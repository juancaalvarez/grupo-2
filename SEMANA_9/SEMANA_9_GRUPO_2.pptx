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media/image9.jpg" ContentType="image/jpeg"/>
  <Override PartName="/ppt/media/image10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1" r:id="rId3"/>
    <p:sldId id="275" r:id="rId4"/>
    <p:sldId id="267" r:id="rId5"/>
    <p:sldId id="454" r:id="rId6"/>
    <p:sldId id="273" r:id="rId7"/>
    <p:sldId id="455" r:id="rId8"/>
    <p:sldId id="456" r:id="rId9"/>
    <p:sldId id="457" r:id="rId10"/>
    <p:sldId id="276" r:id="rId11"/>
    <p:sldId id="458" r:id="rId12"/>
    <p:sldId id="279" r:id="rId13"/>
    <p:sldId id="459" r:id="rId14"/>
    <p:sldId id="278" r:id="rId15"/>
    <p:sldId id="460" r:id="rId16"/>
    <p:sldId id="284" r:id="rId17"/>
    <p:sldId id="461" r:id="rId18"/>
    <p:sldId id="283" r:id="rId19"/>
    <p:sldId id="462" r:id="rId20"/>
    <p:sldId id="282" r:id="rId21"/>
    <p:sldId id="463" r:id="rId22"/>
    <p:sldId id="464" r:id="rId23"/>
    <p:sldId id="274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79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1835150"/>
            <a:ext cx="313417" cy="71437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70214" y="5834725"/>
            <a:ext cx="2931032" cy="89988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651253" y="2573477"/>
            <a:ext cx="8889492" cy="1336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EA82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12600" y="237401"/>
            <a:ext cx="279400" cy="80717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912600" y="1244091"/>
            <a:ext cx="279400" cy="47625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954893" y="275513"/>
            <a:ext cx="658088" cy="795604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011662" y="0"/>
            <a:ext cx="1180312" cy="18815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57820" y="1848218"/>
            <a:ext cx="10363200" cy="345317"/>
          </a:xfrm>
        </p:spPr>
        <p:txBody>
          <a:bodyPr/>
          <a:lstStyle>
            <a:lvl1pPr>
              <a:defRPr sz="2800" cap="all">
                <a:solidFill>
                  <a:srgbClr val="272727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57820" y="2193536"/>
            <a:ext cx="8534400" cy="359763"/>
          </a:xfrm>
        </p:spPr>
        <p:txBody>
          <a:bodyPr anchor="ctr"/>
          <a:lstStyle>
            <a:lvl1pPr marL="0" indent="0" algn="l">
              <a:buNone/>
              <a:defRPr>
                <a:solidFill>
                  <a:srgbClr val="676767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s-ES"/>
          </a:p>
        </p:txBody>
      </p:sp>
      <p:pic>
        <p:nvPicPr>
          <p:cNvPr id="5" name="4 Imagen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082" y="1835151"/>
            <a:ext cx="317500" cy="714375"/>
          </a:xfrm>
          <a:prstGeom prst="rect">
            <a:avLst/>
          </a:prstGeom>
        </p:spPr>
      </p:pic>
      <p:pic>
        <p:nvPicPr>
          <p:cNvPr id="7" name="6 Imagen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225" y="5834725"/>
            <a:ext cx="2931003" cy="89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20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0"/>
            <a:ext cx="12191999" cy="68579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024869" y="304800"/>
            <a:ext cx="635000" cy="65722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1912600" y="460375"/>
            <a:ext cx="279400" cy="4762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909" y="127838"/>
            <a:ext cx="4648835" cy="331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EEA82E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17394" y="2455621"/>
            <a:ext cx="7614284" cy="1818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676767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502268" y="1565363"/>
            <a:ext cx="6410960" cy="3716020"/>
          </a:xfrm>
          <a:custGeom>
            <a:avLst/>
            <a:gdLst/>
            <a:ahLst/>
            <a:cxnLst/>
            <a:rect l="l" t="t" r="r" b="b"/>
            <a:pathLst>
              <a:path w="6410959" h="3716020">
                <a:moveTo>
                  <a:pt x="1352613" y="3709759"/>
                </a:moveTo>
                <a:lnTo>
                  <a:pt x="1352600" y="38"/>
                </a:lnTo>
                <a:lnTo>
                  <a:pt x="972896" y="38"/>
                </a:lnTo>
                <a:lnTo>
                  <a:pt x="951826" y="29959"/>
                </a:lnTo>
                <a:lnTo>
                  <a:pt x="922528" y="70510"/>
                </a:lnTo>
                <a:lnTo>
                  <a:pt x="892721" y="110693"/>
                </a:lnTo>
                <a:lnTo>
                  <a:pt x="862431" y="150495"/>
                </a:lnTo>
                <a:lnTo>
                  <a:pt x="831646" y="189928"/>
                </a:lnTo>
                <a:lnTo>
                  <a:pt x="800366" y="228968"/>
                </a:lnTo>
                <a:lnTo>
                  <a:pt x="768616" y="267614"/>
                </a:lnTo>
                <a:lnTo>
                  <a:pt x="736384" y="305866"/>
                </a:lnTo>
                <a:lnTo>
                  <a:pt x="703668" y="343700"/>
                </a:lnTo>
                <a:lnTo>
                  <a:pt x="670483" y="381114"/>
                </a:lnTo>
                <a:lnTo>
                  <a:pt x="636816" y="418096"/>
                </a:lnTo>
                <a:lnTo>
                  <a:pt x="602691" y="454660"/>
                </a:lnTo>
                <a:lnTo>
                  <a:pt x="568096" y="490778"/>
                </a:lnTo>
                <a:lnTo>
                  <a:pt x="533031" y="526453"/>
                </a:lnTo>
                <a:lnTo>
                  <a:pt x="497509" y="561670"/>
                </a:lnTo>
                <a:lnTo>
                  <a:pt x="461543" y="596417"/>
                </a:lnTo>
                <a:lnTo>
                  <a:pt x="425107" y="630707"/>
                </a:lnTo>
                <a:lnTo>
                  <a:pt x="388366" y="664387"/>
                </a:lnTo>
                <a:lnTo>
                  <a:pt x="351269" y="697636"/>
                </a:lnTo>
                <a:lnTo>
                  <a:pt x="313791" y="730440"/>
                </a:lnTo>
                <a:lnTo>
                  <a:pt x="275932" y="762787"/>
                </a:lnTo>
                <a:lnTo>
                  <a:pt x="237705" y="794677"/>
                </a:lnTo>
                <a:lnTo>
                  <a:pt x="199085" y="826096"/>
                </a:lnTo>
                <a:lnTo>
                  <a:pt x="160083" y="857034"/>
                </a:lnTo>
                <a:lnTo>
                  <a:pt x="120675" y="887463"/>
                </a:lnTo>
                <a:lnTo>
                  <a:pt x="80860" y="917409"/>
                </a:lnTo>
                <a:lnTo>
                  <a:pt x="40640" y="946823"/>
                </a:lnTo>
                <a:lnTo>
                  <a:pt x="0" y="975728"/>
                </a:lnTo>
                <a:lnTo>
                  <a:pt x="0" y="1590687"/>
                </a:lnTo>
                <a:lnTo>
                  <a:pt x="42621" y="1565135"/>
                </a:lnTo>
                <a:lnTo>
                  <a:pt x="84963" y="1539138"/>
                </a:lnTo>
                <a:lnTo>
                  <a:pt x="127012" y="1512684"/>
                </a:lnTo>
                <a:lnTo>
                  <a:pt x="168770" y="1485798"/>
                </a:lnTo>
                <a:lnTo>
                  <a:pt x="210235" y="1458468"/>
                </a:lnTo>
                <a:lnTo>
                  <a:pt x="251396" y="1430693"/>
                </a:lnTo>
                <a:lnTo>
                  <a:pt x="292252" y="1402486"/>
                </a:lnTo>
                <a:lnTo>
                  <a:pt x="332790" y="1373847"/>
                </a:lnTo>
                <a:lnTo>
                  <a:pt x="372999" y="1344777"/>
                </a:lnTo>
                <a:lnTo>
                  <a:pt x="412877" y="1315275"/>
                </a:lnTo>
                <a:lnTo>
                  <a:pt x="452424" y="1285354"/>
                </a:lnTo>
                <a:lnTo>
                  <a:pt x="491629" y="1255014"/>
                </a:lnTo>
                <a:lnTo>
                  <a:pt x="530491" y="1224241"/>
                </a:lnTo>
                <a:lnTo>
                  <a:pt x="568998" y="1193063"/>
                </a:lnTo>
                <a:lnTo>
                  <a:pt x="607136" y="1161478"/>
                </a:lnTo>
                <a:lnTo>
                  <a:pt x="644918" y="1129474"/>
                </a:lnTo>
                <a:lnTo>
                  <a:pt x="682320" y="1097064"/>
                </a:lnTo>
                <a:lnTo>
                  <a:pt x="719353" y="1064260"/>
                </a:lnTo>
                <a:lnTo>
                  <a:pt x="755992" y="1031036"/>
                </a:lnTo>
                <a:lnTo>
                  <a:pt x="807948" y="982954"/>
                </a:lnTo>
                <a:lnTo>
                  <a:pt x="807948" y="3709759"/>
                </a:lnTo>
                <a:lnTo>
                  <a:pt x="1352613" y="3709759"/>
                </a:lnTo>
                <a:close/>
              </a:path>
              <a:path w="6410959" h="3716020">
                <a:moveTo>
                  <a:pt x="2906839" y="975728"/>
                </a:moveTo>
                <a:lnTo>
                  <a:pt x="2866186" y="946823"/>
                </a:lnTo>
                <a:lnTo>
                  <a:pt x="2825902" y="917409"/>
                </a:lnTo>
                <a:lnTo>
                  <a:pt x="2785973" y="887463"/>
                </a:lnTo>
                <a:lnTo>
                  <a:pt x="2746425" y="857034"/>
                </a:lnTo>
                <a:lnTo>
                  <a:pt x="2707259" y="826096"/>
                </a:lnTo>
                <a:lnTo>
                  <a:pt x="2668486" y="794677"/>
                </a:lnTo>
                <a:lnTo>
                  <a:pt x="2630093" y="762787"/>
                </a:lnTo>
                <a:lnTo>
                  <a:pt x="2592095" y="730440"/>
                </a:lnTo>
                <a:lnTo>
                  <a:pt x="2554490" y="697636"/>
                </a:lnTo>
                <a:lnTo>
                  <a:pt x="2517305" y="664387"/>
                </a:lnTo>
                <a:lnTo>
                  <a:pt x="2480513" y="630707"/>
                </a:lnTo>
                <a:lnTo>
                  <a:pt x="2444292" y="596417"/>
                </a:lnTo>
                <a:lnTo>
                  <a:pt x="2408478" y="561670"/>
                </a:lnTo>
                <a:lnTo>
                  <a:pt x="2373071" y="526453"/>
                </a:lnTo>
                <a:lnTo>
                  <a:pt x="2338082" y="490778"/>
                </a:lnTo>
                <a:lnTo>
                  <a:pt x="2303526" y="454660"/>
                </a:lnTo>
                <a:lnTo>
                  <a:pt x="2269413" y="418096"/>
                </a:lnTo>
                <a:lnTo>
                  <a:pt x="2235733" y="381114"/>
                </a:lnTo>
                <a:lnTo>
                  <a:pt x="2202510" y="343700"/>
                </a:lnTo>
                <a:lnTo>
                  <a:pt x="2169744" y="305866"/>
                </a:lnTo>
                <a:lnTo>
                  <a:pt x="2137448" y="267614"/>
                </a:lnTo>
                <a:lnTo>
                  <a:pt x="2105622" y="228968"/>
                </a:lnTo>
                <a:lnTo>
                  <a:pt x="2074278" y="189928"/>
                </a:lnTo>
                <a:lnTo>
                  <a:pt x="2043430" y="150495"/>
                </a:lnTo>
                <a:lnTo>
                  <a:pt x="2013077" y="110693"/>
                </a:lnTo>
                <a:lnTo>
                  <a:pt x="1983219" y="70510"/>
                </a:lnTo>
                <a:lnTo>
                  <a:pt x="1953882" y="29959"/>
                </a:lnTo>
                <a:lnTo>
                  <a:pt x="1932800" y="25"/>
                </a:lnTo>
                <a:lnTo>
                  <a:pt x="1554289" y="25"/>
                </a:lnTo>
                <a:lnTo>
                  <a:pt x="1554289" y="3709759"/>
                </a:lnTo>
                <a:lnTo>
                  <a:pt x="2098954" y="3709759"/>
                </a:lnTo>
                <a:lnTo>
                  <a:pt x="2098954" y="982954"/>
                </a:lnTo>
                <a:lnTo>
                  <a:pt x="2150808" y="1031036"/>
                </a:lnTo>
                <a:lnTo>
                  <a:pt x="2187435" y="1064260"/>
                </a:lnTo>
                <a:lnTo>
                  <a:pt x="2224430" y="1097064"/>
                </a:lnTo>
                <a:lnTo>
                  <a:pt x="2261781" y="1129474"/>
                </a:lnTo>
                <a:lnTo>
                  <a:pt x="2299512" y="1161478"/>
                </a:lnTo>
                <a:lnTo>
                  <a:pt x="2337600" y="1193063"/>
                </a:lnTo>
                <a:lnTo>
                  <a:pt x="2376043" y="1224241"/>
                </a:lnTo>
                <a:lnTo>
                  <a:pt x="2414841" y="1255014"/>
                </a:lnTo>
                <a:lnTo>
                  <a:pt x="2453995" y="1285354"/>
                </a:lnTo>
                <a:lnTo>
                  <a:pt x="2493492" y="1315275"/>
                </a:lnTo>
                <a:lnTo>
                  <a:pt x="2533345" y="1344777"/>
                </a:lnTo>
                <a:lnTo>
                  <a:pt x="2573528" y="1373847"/>
                </a:lnTo>
                <a:lnTo>
                  <a:pt x="2614053" y="1402486"/>
                </a:lnTo>
                <a:lnTo>
                  <a:pt x="2654897" y="1430693"/>
                </a:lnTo>
                <a:lnTo>
                  <a:pt x="2696083" y="1458468"/>
                </a:lnTo>
                <a:lnTo>
                  <a:pt x="2737599" y="1485798"/>
                </a:lnTo>
                <a:lnTo>
                  <a:pt x="2779433" y="1512684"/>
                </a:lnTo>
                <a:lnTo>
                  <a:pt x="2821584" y="1539138"/>
                </a:lnTo>
                <a:lnTo>
                  <a:pt x="2864066" y="1565135"/>
                </a:lnTo>
                <a:lnTo>
                  <a:pt x="2906839" y="1590687"/>
                </a:lnTo>
                <a:lnTo>
                  <a:pt x="2906839" y="975728"/>
                </a:lnTo>
                <a:close/>
              </a:path>
              <a:path w="6410959" h="3716020">
                <a:moveTo>
                  <a:pt x="3607346" y="2759392"/>
                </a:moveTo>
                <a:lnTo>
                  <a:pt x="3601440" y="2717190"/>
                </a:lnTo>
                <a:lnTo>
                  <a:pt x="3579533" y="2677693"/>
                </a:lnTo>
                <a:lnTo>
                  <a:pt x="3543096" y="2658326"/>
                </a:lnTo>
                <a:lnTo>
                  <a:pt x="3531197" y="2656929"/>
                </a:lnTo>
                <a:lnTo>
                  <a:pt x="3531197" y="2761805"/>
                </a:lnTo>
                <a:lnTo>
                  <a:pt x="3531197" y="2830550"/>
                </a:lnTo>
                <a:lnTo>
                  <a:pt x="3528466" y="2850438"/>
                </a:lnTo>
                <a:lnTo>
                  <a:pt x="3520186" y="2864789"/>
                </a:lnTo>
                <a:lnTo>
                  <a:pt x="3506266" y="2873476"/>
                </a:lnTo>
                <a:lnTo>
                  <a:pt x="3486594" y="2876397"/>
                </a:lnTo>
                <a:lnTo>
                  <a:pt x="3452787" y="2876397"/>
                </a:lnTo>
                <a:lnTo>
                  <a:pt x="3452787" y="2717190"/>
                </a:lnTo>
                <a:lnTo>
                  <a:pt x="3486594" y="2717190"/>
                </a:lnTo>
                <a:lnTo>
                  <a:pt x="3506813" y="2719590"/>
                </a:lnTo>
                <a:lnTo>
                  <a:pt x="3520668" y="2727287"/>
                </a:lnTo>
                <a:lnTo>
                  <a:pt x="3528644" y="2741104"/>
                </a:lnTo>
                <a:lnTo>
                  <a:pt x="3531197" y="2761805"/>
                </a:lnTo>
                <a:lnTo>
                  <a:pt x="3531197" y="2656929"/>
                </a:lnTo>
                <a:lnTo>
                  <a:pt x="3490137" y="2652064"/>
                </a:lnTo>
                <a:lnTo>
                  <a:pt x="3377920" y="2652064"/>
                </a:lnTo>
                <a:lnTo>
                  <a:pt x="3377920" y="3076587"/>
                </a:lnTo>
                <a:lnTo>
                  <a:pt x="3452787" y="3076587"/>
                </a:lnTo>
                <a:lnTo>
                  <a:pt x="3452787" y="2943936"/>
                </a:lnTo>
                <a:lnTo>
                  <a:pt x="3491433" y="2943936"/>
                </a:lnTo>
                <a:lnTo>
                  <a:pt x="3544189" y="2936240"/>
                </a:lnTo>
                <a:lnTo>
                  <a:pt x="3580180" y="2914078"/>
                </a:lnTo>
                <a:lnTo>
                  <a:pt x="3600780" y="2878798"/>
                </a:lnTo>
                <a:lnTo>
                  <a:pt x="3607346" y="2831757"/>
                </a:lnTo>
                <a:lnTo>
                  <a:pt x="3607346" y="2759392"/>
                </a:lnTo>
                <a:close/>
              </a:path>
              <a:path w="6410959" h="3716020">
                <a:moveTo>
                  <a:pt x="3607346" y="2021230"/>
                </a:moveTo>
                <a:lnTo>
                  <a:pt x="3530066" y="2021230"/>
                </a:lnTo>
                <a:lnTo>
                  <a:pt x="3530066" y="2320404"/>
                </a:lnTo>
                <a:lnTo>
                  <a:pt x="3527933" y="2346566"/>
                </a:lnTo>
                <a:lnTo>
                  <a:pt x="3521138" y="2364130"/>
                </a:lnTo>
                <a:lnTo>
                  <a:pt x="3509149" y="2373998"/>
                </a:lnTo>
                <a:lnTo>
                  <a:pt x="3491433" y="2377097"/>
                </a:lnTo>
                <a:lnTo>
                  <a:pt x="3473640" y="2373998"/>
                </a:lnTo>
                <a:lnTo>
                  <a:pt x="3461664" y="2364130"/>
                </a:lnTo>
                <a:lnTo>
                  <a:pt x="3454908" y="2346566"/>
                </a:lnTo>
                <a:lnTo>
                  <a:pt x="3452787" y="2320404"/>
                </a:lnTo>
                <a:lnTo>
                  <a:pt x="3452787" y="2021230"/>
                </a:lnTo>
                <a:lnTo>
                  <a:pt x="3375507" y="2021230"/>
                </a:lnTo>
                <a:lnTo>
                  <a:pt x="3375507" y="2325230"/>
                </a:lnTo>
                <a:lnTo>
                  <a:pt x="3382759" y="2382151"/>
                </a:lnTo>
                <a:lnTo>
                  <a:pt x="3404489" y="2421559"/>
                </a:lnTo>
                <a:lnTo>
                  <a:pt x="3440722" y="2444458"/>
                </a:lnTo>
                <a:lnTo>
                  <a:pt x="3491433" y="2451874"/>
                </a:lnTo>
                <a:lnTo>
                  <a:pt x="3541128" y="2444458"/>
                </a:lnTo>
                <a:lnTo>
                  <a:pt x="3577463" y="2421559"/>
                </a:lnTo>
                <a:lnTo>
                  <a:pt x="3599764" y="2382151"/>
                </a:lnTo>
                <a:lnTo>
                  <a:pt x="3607346" y="2325230"/>
                </a:lnTo>
                <a:lnTo>
                  <a:pt x="3607346" y="2021230"/>
                </a:lnTo>
                <a:close/>
              </a:path>
              <a:path w="6410959" h="3716020">
                <a:moveTo>
                  <a:pt x="3614597" y="3410661"/>
                </a:moveTo>
                <a:lnTo>
                  <a:pt x="3610394" y="3369881"/>
                </a:lnTo>
                <a:lnTo>
                  <a:pt x="3603028" y="3350374"/>
                </a:lnTo>
                <a:lnTo>
                  <a:pt x="3598253" y="3337699"/>
                </a:lnTo>
                <a:lnTo>
                  <a:pt x="3578872" y="3313658"/>
                </a:lnTo>
                <a:lnTo>
                  <a:pt x="3552926" y="3297301"/>
                </a:lnTo>
                <a:lnTo>
                  <a:pt x="3537991" y="3291662"/>
                </a:lnTo>
                <a:lnTo>
                  <a:pt x="3534905" y="3290862"/>
                </a:lnTo>
                <a:lnTo>
                  <a:pt x="3534905" y="3415487"/>
                </a:lnTo>
                <a:lnTo>
                  <a:pt x="3534905" y="3575888"/>
                </a:lnTo>
                <a:lnTo>
                  <a:pt x="3521735" y="3625646"/>
                </a:lnTo>
                <a:lnTo>
                  <a:pt x="3484181" y="3641013"/>
                </a:lnTo>
                <a:lnTo>
                  <a:pt x="3453917" y="3641013"/>
                </a:lnTo>
                <a:lnTo>
                  <a:pt x="3453917" y="3350374"/>
                </a:lnTo>
                <a:lnTo>
                  <a:pt x="3482898" y="3350374"/>
                </a:lnTo>
                <a:lnTo>
                  <a:pt x="3504806" y="3353930"/>
                </a:lnTo>
                <a:lnTo>
                  <a:pt x="3521151" y="3365296"/>
                </a:lnTo>
                <a:lnTo>
                  <a:pt x="3531374" y="3385464"/>
                </a:lnTo>
                <a:lnTo>
                  <a:pt x="3534905" y="3415487"/>
                </a:lnTo>
                <a:lnTo>
                  <a:pt x="3534905" y="3290862"/>
                </a:lnTo>
                <a:lnTo>
                  <a:pt x="3522141" y="3287496"/>
                </a:lnTo>
                <a:lnTo>
                  <a:pt x="3505390" y="3284918"/>
                </a:lnTo>
                <a:lnTo>
                  <a:pt x="3487724" y="3284029"/>
                </a:lnTo>
                <a:lnTo>
                  <a:pt x="3377920" y="3284029"/>
                </a:lnTo>
                <a:lnTo>
                  <a:pt x="3377920" y="3708552"/>
                </a:lnTo>
                <a:lnTo>
                  <a:pt x="3486594" y="3708552"/>
                </a:lnTo>
                <a:lnTo>
                  <a:pt x="3552952" y="3695446"/>
                </a:lnTo>
                <a:lnTo>
                  <a:pt x="3597694" y="3654285"/>
                </a:lnTo>
                <a:lnTo>
                  <a:pt x="3613645" y="3604425"/>
                </a:lnTo>
                <a:lnTo>
                  <a:pt x="3614597" y="3583127"/>
                </a:lnTo>
                <a:lnTo>
                  <a:pt x="3614597" y="3410661"/>
                </a:lnTo>
                <a:close/>
              </a:path>
              <a:path w="6410959" h="3716020">
                <a:moveTo>
                  <a:pt x="3871874" y="3637254"/>
                </a:moveTo>
                <a:lnTo>
                  <a:pt x="3746296" y="3637254"/>
                </a:lnTo>
                <a:lnTo>
                  <a:pt x="3746296" y="3529380"/>
                </a:lnTo>
                <a:lnTo>
                  <a:pt x="3853675" y="3529380"/>
                </a:lnTo>
                <a:lnTo>
                  <a:pt x="3853675" y="3458311"/>
                </a:lnTo>
                <a:lnTo>
                  <a:pt x="3746296" y="3458311"/>
                </a:lnTo>
                <a:lnTo>
                  <a:pt x="3746296" y="3354247"/>
                </a:lnTo>
                <a:lnTo>
                  <a:pt x="3868166" y="3354247"/>
                </a:lnTo>
                <a:lnTo>
                  <a:pt x="3868166" y="3284448"/>
                </a:lnTo>
                <a:lnTo>
                  <a:pt x="3670135" y="3284448"/>
                </a:lnTo>
                <a:lnTo>
                  <a:pt x="3670135" y="3354247"/>
                </a:lnTo>
                <a:lnTo>
                  <a:pt x="3670135" y="3458311"/>
                </a:lnTo>
                <a:lnTo>
                  <a:pt x="3670135" y="3529380"/>
                </a:lnTo>
                <a:lnTo>
                  <a:pt x="3670135" y="3637254"/>
                </a:lnTo>
                <a:lnTo>
                  <a:pt x="3670135" y="3708336"/>
                </a:lnTo>
                <a:lnTo>
                  <a:pt x="3871874" y="3708336"/>
                </a:lnTo>
                <a:lnTo>
                  <a:pt x="3871874" y="3637254"/>
                </a:lnTo>
                <a:close/>
              </a:path>
              <a:path w="6410959" h="3716020">
                <a:moveTo>
                  <a:pt x="3889908" y="3076587"/>
                </a:moveTo>
                <a:lnTo>
                  <a:pt x="3879113" y="3048851"/>
                </a:lnTo>
                <a:lnTo>
                  <a:pt x="3879113" y="2953575"/>
                </a:lnTo>
                <a:lnTo>
                  <a:pt x="3877119" y="2925610"/>
                </a:lnTo>
                <a:lnTo>
                  <a:pt x="3873728" y="2914980"/>
                </a:lnTo>
                <a:lnTo>
                  <a:pt x="3870363" y="2904426"/>
                </a:lnTo>
                <a:lnTo>
                  <a:pt x="3857726" y="2889123"/>
                </a:lnTo>
                <a:lnTo>
                  <a:pt x="3838067" y="2878798"/>
                </a:lnTo>
                <a:lnTo>
                  <a:pt x="3857929" y="2868498"/>
                </a:lnTo>
                <a:lnTo>
                  <a:pt x="3872293" y="2853321"/>
                </a:lnTo>
                <a:lnTo>
                  <a:pt x="3874757" y="2847441"/>
                </a:lnTo>
                <a:lnTo>
                  <a:pt x="3881005" y="2832493"/>
                </a:lnTo>
                <a:lnTo>
                  <a:pt x="3883952" y="2805239"/>
                </a:lnTo>
                <a:lnTo>
                  <a:pt x="3883952" y="2753372"/>
                </a:lnTo>
                <a:lnTo>
                  <a:pt x="3878732" y="2717190"/>
                </a:lnTo>
                <a:lnTo>
                  <a:pt x="3877424" y="2708033"/>
                </a:lnTo>
                <a:lnTo>
                  <a:pt x="3857079" y="2676487"/>
                </a:lnTo>
                <a:lnTo>
                  <a:pt x="3821798" y="2658059"/>
                </a:lnTo>
                <a:lnTo>
                  <a:pt x="3807790" y="2656433"/>
                </a:lnTo>
                <a:lnTo>
                  <a:pt x="3807790" y="2758186"/>
                </a:lnTo>
                <a:lnTo>
                  <a:pt x="3807790" y="2805239"/>
                </a:lnTo>
                <a:lnTo>
                  <a:pt x="3805440" y="2824035"/>
                </a:lnTo>
                <a:lnTo>
                  <a:pt x="3797998" y="2837192"/>
                </a:lnTo>
                <a:lnTo>
                  <a:pt x="3784904" y="2844914"/>
                </a:lnTo>
                <a:lnTo>
                  <a:pt x="3765613" y="2847441"/>
                </a:lnTo>
                <a:lnTo>
                  <a:pt x="3729228" y="2847441"/>
                </a:lnTo>
                <a:lnTo>
                  <a:pt x="3729228" y="2717190"/>
                </a:lnTo>
                <a:lnTo>
                  <a:pt x="3765613" y="2717190"/>
                </a:lnTo>
                <a:lnTo>
                  <a:pt x="3784904" y="2719705"/>
                </a:lnTo>
                <a:lnTo>
                  <a:pt x="3797998" y="2727287"/>
                </a:lnTo>
                <a:lnTo>
                  <a:pt x="3805440" y="2740088"/>
                </a:lnTo>
                <a:lnTo>
                  <a:pt x="3807790" y="2758186"/>
                </a:lnTo>
                <a:lnTo>
                  <a:pt x="3807790" y="2656433"/>
                </a:lnTo>
                <a:lnTo>
                  <a:pt x="3770439" y="2652064"/>
                </a:lnTo>
                <a:lnTo>
                  <a:pt x="3655644" y="2652064"/>
                </a:lnTo>
                <a:lnTo>
                  <a:pt x="3655644" y="3076587"/>
                </a:lnTo>
                <a:lnTo>
                  <a:pt x="3729228" y="3076587"/>
                </a:lnTo>
                <a:lnTo>
                  <a:pt x="3729228" y="2914980"/>
                </a:lnTo>
                <a:lnTo>
                  <a:pt x="3761905" y="2914980"/>
                </a:lnTo>
                <a:lnTo>
                  <a:pt x="3781387" y="2917329"/>
                </a:lnTo>
                <a:lnTo>
                  <a:pt x="3793642" y="2924772"/>
                </a:lnTo>
                <a:lnTo>
                  <a:pt x="3800017" y="2937878"/>
                </a:lnTo>
                <a:lnTo>
                  <a:pt x="3801834" y="2957195"/>
                </a:lnTo>
                <a:lnTo>
                  <a:pt x="3801834" y="3048851"/>
                </a:lnTo>
                <a:lnTo>
                  <a:pt x="3802291" y="3057931"/>
                </a:lnTo>
                <a:lnTo>
                  <a:pt x="3802303" y="3058274"/>
                </a:lnTo>
                <a:lnTo>
                  <a:pt x="3803789" y="3066338"/>
                </a:lnTo>
                <a:lnTo>
                  <a:pt x="3806393" y="3072587"/>
                </a:lnTo>
                <a:lnTo>
                  <a:pt x="3810203" y="3076587"/>
                </a:lnTo>
                <a:lnTo>
                  <a:pt x="3889908" y="3076587"/>
                </a:lnTo>
                <a:close/>
              </a:path>
              <a:path w="6410959" h="3716020">
                <a:moveTo>
                  <a:pt x="3911638" y="2021230"/>
                </a:moveTo>
                <a:lnTo>
                  <a:pt x="3841597" y="2021230"/>
                </a:lnTo>
                <a:lnTo>
                  <a:pt x="3841597" y="2250452"/>
                </a:lnTo>
                <a:lnTo>
                  <a:pt x="3846436" y="2308339"/>
                </a:lnTo>
                <a:lnTo>
                  <a:pt x="3830815" y="2260092"/>
                </a:lnTo>
                <a:lnTo>
                  <a:pt x="3732923" y="2021230"/>
                </a:lnTo>
                <a:lnTo>
                  <a:pt x="3665309" y="2021230"/>
                </a:lnTo>
                <a:lnTo>
                  <a:pt x="3665309" y="2445842"/>
                </a:lnTo>
                <a:lnTo>
                  <a:pt x="3734054" y="2445842"/>
                </a:lnTo>
                <a:lnTo>
                  <a:pt x="3734054" y="2216683"/>
                </a:lnTo>
                <a:lnTo>
                  <a:pt x="3729228" y="2153970"/>
                </a:lnTo>
                <a:lnTo>
                  <a:pt x="3745001" y="2204631"/>
                </a:lnTo>
                <a:lnTo>
                  <a:pt x="3845306" y="2445842"/>
                </a:lnTo>
                <a:lnTo>
                  <a:pt x="3911638" y="2445842"/>
                </a:lnTo>
                <a:lnTo>
                  <a:pt x="3911638" y="2021230"/>
                </a:lnTo>
                <a:close/>
              </a:path>
              <a:path w="6410959" h="3716020">
                <a:moveTo>
                  <a:pt x="4097591" y="2652433"/>
                </a:moveTo>
                <a:lnTo>
                  <a:pt x="3924998" y="2652433"/>
                </a:lnTo>
                <a:lnTo>
                  <a:pt x="3924998" y="2723502"/>
                </a:lnTo>
                <a:lnTo>
                  <a:pt x="3974427" y="2723502"/>
                </a:lnTo>
                <a:lnTo>
                  <a:pt x="3974427" y="3003969"/>
                </a:lnTo>
                <a:lnTo>
                  <a:pt x="3924998" y="3003969"/>
                </a:lnTo>
                <a:lnTo>
                  <a:pt x="3924998" y="3076308"/>
                </a:lnTo>
                <a:lnTo>
                  <a:pt x="4097591" y="3076308"/>
                </a:lnTo>
                <a:lnTo>
                  <a:pt x="4097591" y="3003969"/>
                </a:lnTo>
                <a:lnTo>
                  <a:pt x="4049293" y="3003969"/>
                </a:lnTo>
                <a:lnTo>
                  <a:pt x="4049293" y="2723502"/>
                </a:lnTo>
                <a:lnTo>
                  <a:pt x="4097591" y="2723502"/>
                </a:lnTo>
                <a:lnTo>
                  <a:pt x="4097591" y="2652433"/>
                </a:lnTo>
                <a:close/>
              </a:path>
              <a:path w="6410959" h="3716020">
                <a:moveTo>
                  <a:pt x="4112082" y="3632187"/>
                </a:moveTo>
                <a:lnTo>
                  <a:pt x="3998582" y="3632187"/>
                </a:lnTo>
                <a:lnTo>
                  <a:pt x="3998582" y="3284448"/>
                </a:lnTo>
                <a:lnTo>
                  <a:pt x="3920172" y="3284448"/>
                </a:lnTo>
                <a:lnTo>
                  <a:pt x="3920172" y="3632187"/>
                </a:lnTo>
                <a:lnTo>
                  <a:pt x="3920172" y="3708336"/>
                </a:lnTo>
                <a:lnTo>
                  <a:pt x="4112082" y="3708336"/>
                </a:lnTo>
                <a:lnTo>
                  <a:pt x="4112082" y="3632187"/>
                </a:lnTo>
                <a:close/>
              </a:path>
              <a:path w="6410959" h="3716020">
                <a:moveTo>
                  <a:pt x="4133812" y="2021687"/>
                </a:moveTo>
                <a:lnTo>
                  <a:pt x="3961231" y="2021687"/>
                </a:lnTo>
                <a:lnTo>
                  <a:pt x="3961231" y="2092756"/>
                </a:lnTo>
                <a:lnTo>
                  <a:pt x="4010647" y="2092756"/>
                </a:lnTo>
                <a:lnTo>
                  <a:pt x="4010647" y="2373223"/>
                </a:lnTo>
                <a:lnTo>
                  <a:pt x="3961231" y="2373223"/>
                </a:lnTo>
                <a:lnTo>
                  <a:pt x="3961231" y="2445562"/>
                </a:lnTo>
                <a:lnTo>
                  <a:pt x="4133812" y="2445562"/>
                </a:lnTo>
                <a:lnTo>
                  <a:pt x="4133812" y="2373223"/>
                </a:lnTo>
                <a:lnTo>
                  <a:pt x="4085513" y="2373223"/>
                </a:lnTo>
                <a:lnTo>
                  <a:pt x="4085513" y="2092756"/>
                </a:lnTo>
                <a:lnTo>
                  <a:pt x="4133812" y="2092756"/>
                </a:lnTo>
                <a:lnTo>
                  <a:pt x="4133812" y="2021687"/>
                </a:lnTo>
                <a:close/>
              </a:path>
              <a:path w="6410959" h="3716020">
                <a:moveTo>
                  <a:pt x="4215930" y="12"/>
                </a:moveTo>
                <a:lnTo>
                  <a:pt x="3851262" y="12"/>
                </a:lnTo>
                <a:lnTo>
                  <a:pt x="3851262" y="1111897"/>
                </a:lnTo>
                <a:lnTo>
                  <a:pt x="3847427" y="1182522"/>
                </a:lnTo>
                <a:lnTo>
                  <a:pt x="3847363" y="1183538"/>
                </a:lnTo>
                <a:lnTo>
                  <a:pt x="3833634" y="1228293"/>
                </a:lnTo>
                <a:lnTo>
                  <a:pt x="3806977" y="1251343"/>
                </a:lnTo>
                <a:lnTo>
                  <a:pt x="3764318" y="1257884"/>
                </a:lnTo>
                <a:lnTo>
                  <a:pt x="3723335" y="1251013"/>
                </a:lnTo>
                <a:lnTo>
                  <a:pt x="3695623" y="1227391"/>
                </a:lnTo>
                <a:lnTo>
                  <a:pt x="3679914" y="1182522"/>
                </a:lnTo>
                <a:lnTo>
                  <a:pt x="3674973" y="1111897"/>
                </a:lnTo>
                <a:lnTo>
                  <a:pt x="3674973" y="12"/>
                </a:lnTo>
                <a:lnTo>
                  <a:pt x="3310305" y="12"/>
                </a:lnTo>
                <a:lnTo>
                  <a:pt x="3310305" y="1133602"/>
                </a:lnTo>
                <a:lnTo>
                  <a:pt x="3311944" y="1190790"/>
                </a:lnTo>
                <a:lnTo>
                  <a:pt x="3316833" y="1244041"/>
                </a:lnTo>
                <a:lnTo>
                  <a:pt x="3324961" y="1293393"/>
                </a:lnTo>
                <a:lnTo>
                  <a:pt x="3336302" y="1338935"/>
                </a:lnTo>
                <a:lnTo>
                  <a:pt x="3350818" y="1380705"/>
                </a:lnTo>
                <a:lnTo>
                  <a:pt x="3368497" y="1418780"/>
                </a:lnTo>
                <a:lnTo>
                  <a:pt x="3389312" y="1453222"/>
                </a:lnTo>
                <a:lnTo>
                  <a:pt x="3413226" y="1484083"/>
                </a:lnTo>
                <a:lnTo>
                  <a:pt x="3440226" y="1511439"/>
                </a:lnTo>
                <a:lnTo>
                  <a:pt x="3470300" y="1535341"/>
                </a:lnTo>
                <a:lnTo>
                  <a:pt x="3503396" y="1555851"/>
                </a:lnTo>
                <a:lnTo>
                  <a:pt x="3539502" y="1573047"/>
                </a:lnTo>
                <a:lnTo>
                  <a:pt x="3578593" y="1586966"/>
                </a:lnTo>
                <a:lnTo>
                  <a:pt x="3620643" y="1597685"/>
                </a:lnTo>
                <a:lnTo>
                  <a:pt x="3665639" y="1605267"/>
                </a:lnTo>
                <a:lnTo>
                  <a:pt x="3713543" y="1609775"/>
                </a:lnTo>
                <a:lnTo>
                  <a:pt x="3764318" y="1611261"/>
                </a:lnTo>
                <a:lnTo>
                  <a:pt x="3812997" y="1609775"/>
                </a:lnTo>
                <a:lnTo>
                  <a:pt x="3859250" y="1605267"/>
                </a:lnTo>
                <a:lnTo>
                  <a:pt x="3903002" y="1597685"/>
                </a:lnTo>
                <a:lnTo>
                  <a:pt x="3944201" y="1586966"/>
                </a:lnTo>
                <a:lnTo>
                  <a:pt x="3982770" y="1573047"/>
                </a:lnTo>
                <a:lnTo>
                  <a:pt x="4018635" y="1555851"/>
                </a:lnTo>
                <a:lnTo>
                  <a:pt x="4051744" y="1535341"/>
                </a:lnTo>
                <a:lnTo>
                  <a:pt x="4082021" y="1511439"/>
                </a:lnTo>
                <a:lnTo>
                  <a:pt x="4109402" y="1484083"/>
                </a:lnTo>
                <a:lnTo>
                  <a:pt x="4133812" y="1453222"/>
                </a:lnTo>
                <a:lnTo>
                  <a:pt x="4155198" y="1418780"/>
                </a:lnTo>
                <a:lnTo>
                  <a:pt x="4173474" y="1380705"/>
                </a:lnTo>
                <a:lnTo>
                  <a:pt x="4188574" y="1338935"/>
                </a:lnTo>
                <a:lnTo>
                  <a:pt x="4200436" y="1293393"/>
                </a:lnTo>
                <a:lnTo>
                  <a:pt x="4208996" y="1244041"/>
                </a:lnTo>
                <a:lnTo>
                  <a:pt x="4214177" y="1190790"/>
                </a:lnTo>
                <a:lnTo>
                  <a:pt x="4215930" y="1133602"/>
                </a:lnTo>
                <a:lnTo>
                  <a:pt x="4215930" y="12"/>
                </a:lnTo>
                <a:close/>
              </a:path>
              <a:path w="6410959" h="3716020">
                <a:moveTo>
                  <a:pt x="4393514" y="2652064"/>
                </a:moveTo>
                <a:lnTo>
                  <a:pt x="4316234" y="2652064"/>
                </a:lnTo>
                <a:lnTo>
                  <a:pt x="4266641" y="2905328"/>
                </a:lnTo>
                <a:lnTo>
                  <a:pt x="4261815" y="2968053"/>
                </a:lnTo>
                <a:lnTo>
                  <a:pt x="4258272" y="2905328"/>
                </a:lnTo>
                <a:lnTo>
                  <a:pt x="4207548" y="2652064"/>
                </a:lnTo>
                <a:lnTo>
                  <a:pt x="4128986" y="2652064"/>
                </a:lnTo>
                <a:lnTo>
                  <a:pt x="4223169" y="3076587"/>
                </a:lnTo>
                <a:lnTo>
                  <a:pt x="4300613" y="3076587"/>
                </a:lnTo>
                <a:lnTo>
                  <a:pt x="4393514" y="2652064"/>
                </a:lnTo>
                <a:close/>
              </a:path>
              <a:path w="6410959" h="3716020">
                <a:moveTo>
                  <a:pt x="4429734" y="2021230"/>
                </a:moveTo>
                <a:lnTo>
                  <a:pt x="4351325" y="2021230"/>
                </a:lnTo>
                <a:lnTo>
                  <a:pt x="4303026" y="2274582"/>
                </a:lnTo>
                <a:lnTo>
                  <a:pt x="4298200" y="2336076"/>
                </a:lnTo>
                <a:lnTo>
                  <a:pt x="4294492" y="2274582"/>
                </a:lnTo>
                <a:lnTo>
                  <a:pt x="4243781" y="2021230"/>
                </a:lnTo>
                <a:lnTo>
                  <a:pt x="4165206" y="2021230"/>
                </a:lnTo>
                <a:lnTo>
                  <a:pt x="4259402" y="2445842"/>
                </a:lnTo>
                <a:lnTo>
                  <a:pt x="4336834" y="2445842"/>
                </a:lnTo>
                <a:lnTo>
                  <a:pt x="4429734" y="2021230"/>
                </a:lnTo>
                <a:close/>
              </a:path>
              <a:path w="6410959" h="3716020">
                <a:moveTo>
                  <a:pt x="4533582" y="3284029"/>
                </a:moveTo>
                <a:lnTo>
                  <a:pt x="4464824" y="3284029"/>
                </a:lnTo>
                <a:lnTo>
                  <a:pt x="4464824" y="3514394"/>
                </a:lnTo>
                <a:lnTo>
                  <a:pt x="4468368" y="3571062"/>
                </a:lnTo>
                <a:lnTo>
                  <a:pt x="4453877" y="3522827"/>
                </a:lnTo>
                <a:lnTo>
                  <a:pt x="4356151" y="3284029"/>
                </a:lnTo>
                <a:lnTo>
                  <a:pt x="4287253" y="3284029"/>
                </a:lnTo>
                <a:lnTo>
                  <a:pt x="4287253" y="3708552"/>
                </a:lnTo>
                <a:lnTo>
                  <a:pt x="4357281" y="3708552"/>
                </a:lnTo>
                <a:lnTo>
                  <a:pt x="4357281" y="3480612"/>
                </a:lnTo>
                <a:lnTo>
                  <a:pt x="4352455" y="3416693"/>
                </a:lnTo>
                <a:lnTo>
                  <a:pt x="4366946" y="3467354"/>
                </a:lnTo>
                <a:lnTo>
                  <a:pt x="4467250" y="3708552"/>
                </a:lnTo>
                <a:lnTo>
                  <a:pt x="4533582" y="3708552"/>
                </a:lnTo>
                <a:lnTo>
                  <a:pt x="4533582" y="3284029"/>
                </a:lnTo>
                <a:close/>
              </a:path>
              <a:path w="6410959" h="3716020">
                <a:moveTo>
                  <a:pt x="4642256" y="3076587"/>
                </a:moveTo>
                <a:lnTo>
                  <a:pt x="4627981" y="3013887"/>
                </a:lnTo>
                <a:lnTo>
                  <a:pt x="4612894" y="2947555"/>
                </a:lnTo>
                <a:lnTo>
                  <a:pt x="4567059" y="2746133"/>
                </a:lnTo>
                <a:lnTo>
                  <a:pt x="4545647" y="2652064"/>
                </a:lnTo>
                <a:lnTo>
                  <a:pt x="4539691" y="2652064"/>
                </a:lnTo>
                <a:lnTo>
                  <a:pt x="4539691" y="2947555"/>
                </a:lnTo>
                <a:lnTo>
                  <a:pt x="4475619" y="2947555"/>
                </a:lnTo>
                <a:lnTo>
                  <a:pt x="4502188" y="2806433"/>
                </a:lnTo>
                <a:lnTo>
                  <a:pt x="4507014" y="2746133"/>
                </a:lnTo>
                <a:lnTo>
                  <a:pt x="4511840" y="2806433"/>
                </a:lnTo>
                <a:lnTo>
                  <a:pt x="4539691" y="2947555"/>
                </a:lnTo>
                <a:lnTo>
                  <a:pt x="4539691" y="2652064"/>
                </a:lnTo>
                <a:lnTo>
                  <a:pt x="4468368" y="2652064"/>
                </a:lnTo>
                <a:lnTo>
                  <a:pt x="4374185" y="3076587"/>
                </a:lnTo>
                <a:lnTo>
                  <a:pt x="4450346" y="3076587"/>
                </a:lnTo>
                <a:lnTo>
                  <a:pt x="4462411" y="3013887"/>
                </a:lnTo>
                <a:lnTo>
                  <a:pt x="4552899" y="3013887"/>
                </a:lnTo>
                <a:lnTo>
                  <a:pt x="4564977" y="3076587"/>
                </a:lnTo>
                <a:lnTo>
                  <a:pt x="4642256" y="3076587"/>
                </a:lnTo>
                <a:close/>
              </a:path>
              <a:path w="6410959" h="3716020">
                <a:moveTo>
                  <a:pt x="4671238" y="2373223"/>
                </a:moveTo>
                <a:lnTo>
                  <a:pt x="4544530" y="2373223"/>
                </a:lnTo>
                <a:lnTo>
                  <a:pt x="4544530" y="2265349"/>
                </a:lnTo>
                <a:lnTo>
                  <a:pt x="4651908" y="2265349"/>
                </a:lnTo>
                <a:lnTo>
                  <a:pt x="4651908" y="2195550"/>
                </a:lnTo>
                <a:lnTo>
                  <a:pt x="4544530" y="2195550"/>
                </a:lnTo>
                <a:lnTo>
                  <a:pt x="4544530" y="2090216"/>
                </a:lnTo>
                <a:lnTo>
                  <a:pt x="4667694" y="2090216"/>
                </a:lnTo>
                <a:lnTo>
                  <a:pt x="4667694" y="2021687"/>
                </a:lnTo>
                <a:lnTo>
                  <a:pt x="4468368" y="2021687"/>
                </a:lnTo>
                <a:lnTo>
                  <a:pt x="4468368" y="2090216"/>
                </a:lnTo>
                <a:lnTo>
                  <a:pt x="4468368" y="2195550"/>
                </a:lnTo>
                <a:lnTo>
                  <a:pt x="4468368" y="2265349"/>
                </a:lnTo>
                <a:lnTo>
                  <a:pt x="4468368" y="2373223"/>
                </a:lnTo>
                <a:lnTo>
                  <a:pt x="4468368" y="2445562"/>
                </a:lnTo>
                <a:lnTo>
                  <a:pt x="4671238" y="2445562"/>
                </a:lnTo>
                <a:lnTo>
                  <a:pt x="4671238" y="2373223"/>
                </a:lnTo>
                <a:close/>
              </a:path>
              <a:path w="6410959" h="3716020">
                <a:moveTo>
                  <a:pt x="4834318" y="3408248"/>
                </a:moveTo>
                <a:lnTo>
                  <a:pt x="4825606" y="3351453"/>
                </a:lnTo>
                <a:lnTo>
                  <a:pt x="4822710" y="3346754"/>
                </a:lnTo>
                <a:lnTo>
                  <a:pt x="4800816" y="3311169"/>
                </a:lnTo>
                <a:lnTo>
                  <a:pt x="4761992" y="3287166"/>
                </a:lnTo>
                <a:lnTo>
                  <a:pt x="4754626" y="3286023"/>
                </a:lnTo>
                <a:lnTo>
                  <a:pt x="4754626" y="3411867"/>
                </a:lnTo>
                <a:lnTo>
                  <a:pt x="4754626" y="3580714"/>
                </a:lnTo>
                <a:lnTo>
                  <a:pt x="4752251" y="3609022"/>
                </a:lnTo>
                <a:lnTo>
                  <a:pt x="4744669" y="3628961"/>
                </a:lnTo>
                <a:lnTo>
                  <a:pt x="4731194" y="3640759"/>
                </a:lnTo>
                <a:lnTo>
                  <a:pt x="4711154" y="3644633"/>
                </a:lnTo>
                <a:lnTo>
                  <a:pt x="4691304" y="3640759"/>
                </a:lnTo>
                <a:lnTo>
                  <a:pt x="4678210" y="3628961"/>
                </a:lnTo>
                <a:lnTo>
                  <a:pt x="4671022" y="3609022"/>
                </a:lnTo>
                <a:lnTo>
                  <a:pt x="4668812" y="3580714"/>
                </a:lnTo>
                <a:lnTo>
                  <a:pt x="4668812" y="3411867"/>
                </a:lnTo>
                <a:lnTo>
                  <a:pt x="4671022" y="3382873"/>
                </a:lnTo>
                <a:lnTo>
                  <a:pt x="4678210" y="3362579"/>
                </a:lnTo>
                <a:lnTo>
                  <a:pt x="4691304" y="3350653"/>
                </a:lnTo>
                <a:lnTo>
                  <a:pt x="4711154" y="3346754"/>
                </a:lnTo>
                <a:lnTo>
                  <a:pt x="4731194" y="3350653"/>
                </a:lnTo>
                <a:lnTo>
                  <a:pt x="4744669" y="3362579"/>
                </a:lnTo>
                <a:lnTo>
                  <a:pt x="4752251" y="3382873"/>
                </a:lnTo>
                <a:lnTo>
                  <a:pt x="4754626" y="3411867"/>
                </a:lnTo>
                <a:lnTo>
                  <a:pt x="4754626" y="3286023"/>
                </a:lnTo>
                <a:lnTo>
                  <a:pt x="4711154" y="3279216"/>
                </a:lnTo>
                <a:lnTo>
                  <a:pt x="4660989" y="3287166"/>
                </a:lnTo>
                <a:lnTo>
                  <a:pt x="4622495" y="3311169"/>
                </a:lnTo>
                <a:lnTo>
                  <a:pt x="4597819" y="3351453"/>
                </a:lnTo>
                <a:lnTo>
                  <a:pt x="4589119" y="3408248"/>
                </a:lnTo>
                <a:lnTo>
                  <a:pt x="4589119" y="3585540"/>
                </a:lnTo>
                <a:lnTo>
                  <a:pt x="4597412" y="3643541"/>
                </a:lnTo>
                <a:lnTo>
                  <a:pt x="4597476" y="3644049"/>
                </a:lnTo>
                <a:lnTo>
                  <a:pt x="4621581" y="3684587"/>
                </a:lnTo>
                <a:lnTo>
                  <a:pt x="4659960" y="3708158"/>
                </a:lnTo>
                <a:lnTo>
                  <a:pt x="4711154" y="3715791"/>
                </a:lnTo>
                <a:lnTo>
                  <a:pt x="4761992" y="3707993"/>
                </a:lnTo>
                <a:lnTo>
                  <a:pt x="4800816" y="3684130"/>
                </a:lnTo>
                <a:lnTo>
                  <a:pt x="4824933" y="3644633"/>
                </a:lnTo>
                <a:lnTo>
                  <a:pt x="4825606" y="3643541"/>
                </a:lnTo>
                <a:lnTo>
                  <a:pt x="4834318" y="3585540"/>
                </a:lnTo>
                <a:lnTo>
                  <a:pt x="4834318" y="3408248"/>
                </a:lnTo>
                <a:close/>
              </a:path>
              <a:path w="6410959" h="3716020">
                <a:moveTo>
                  <a:pt x="4916436" y="2778709"/>
                </a:moveTo>
                <a:lnTo>
                  <a:pt x="4912080" y="2737916"/>
                </a:lnTo>
                <a:lnTo>
                  <a:pt x="4904562" y="2718397"/>
                </a:lnTo>
                <a:lnTo>
                  <a:pt x="4899685" y="2705735"/>
                </a:lnTo>
                <a:lnTo>
                  <a:pt x="4880292" y="2681681"/>
                </a:lnTo>
                <a:lnTo>
                  <a:pt x="4854930" y="2665323"/>
                </a:lnTo>
                <a:lnTo>
                  <a:pt x="4839944" y="2659697"/>
                </a:lnTo>
                <a:lnTo>
                  <a:pt x="4836744" y="2658872"/>
                </a:lnTo>
                <a:lnTo>
                  <a:pt x="4836744" y="2783522"/>
                </a:lnTo>
                <a:lnTo>
                  <a:pt x="4836744" y="2943936"/>
                </a:lnTo>
                <a:lnTo>
                  <a:pt x="4833328" y="2972473"/>
                </a:lnTo>
                <a:lnTo>
                  <a:pt x="4833213" y="2973438"/>
                </a:lnTo>
                <a:lnTo>
                  <a:pt x="4822990" y="2993669"/>
                </a:lnTo>
                <a:lnTo>
                  <a:pt x="4806645" y="3005315"/>
                </a:lnTo>
                <a:lnTo>
                  <a:pt x="4784737" y="3009049"/>
                </a:lnTo>
                <a:lnTo>
                  <a:pt x="4755756" y="3009049"/>
                </a:lnTo>
                <a:lnTo>
                  <a:pt x="4755756" y="2718397"/>
                </a:lnTo>
                <a:lnTo>
                  <a:pt x="4784737" y="2718397"/>
                </a:lnTo>
                <a:lnTo>
                  <a:pt x="4806645" y="2722130"/>
                </a:lnTo>
                <a:lnTo>
                  <a:pt x="4822990" y="2733776"/>
                </a:lnTo>
                <a:lnTo>
                  <a:pt x="4833213" y="2754020"/>
                </a:lnTo>
                <a:lnTo>
                  <a:pt x="4836744" y="2783522"/>
                </a:lnTo>
                <a:lnTo>
                  <a:pt x="4836744" y="2658872"/>
                </a:lnTo>
                <a:lnTo>
                  <a:pt x="4823917" y="2655532"/>
                </a:lnTo>
                <a:lnTo>
                  <a:pt x="4806772" y="2652953"/>
                </a:lnTo>
                <a:lnTo>
                  <a:pt x="4788433" y="2652064"/>
                </a:lnTo>
                <a:lnTo>
                  <a:pt x="4678477" y="2652064"/>
                </a:lnTo>
                <a:lnTo>
                  <a:pt x="4678477" y="3076587"/>
                </a:lnTo>
                <a:lnTo>
                  <a:pt x="4788433" y="3076587"/>
                </a:lnTo>
                <a:lnTo>
                  <a:pt x="4854422" y="3064078"/>
                </a:lnTo>
                <a:lnTo>
                  <a:pt x="4899533" y="3023527"/>
                </a:lnTo>
                <a:lnTo>
                  <a:pt x="4915332" y="2972473"/>
                </a:lnTo>
                <a:lnTo>
                  <a:pt x="4916436" y="2951162"/>
                </a:lnTo>
                <a:lnTo>
                  <a:pt x="4916436" y="2778709"/>
                </a:lnTo>
                <a:close/>
              </a:path>
              <a:path w="6410959" h="3716020">
                <a:moveTo>
                  <a:pt x="4953940" y="2445842"/>
                </a:moveTo>
                <a:lnTo>
                  <a:pt x="4948999" y="2440152"/>
                </a:lnTo>
                <a:lnTo>
                  <a:pt x="4945189" y="2433777"/>
                </a:lnTo>
                <a:lnTo>
                  <a:pt x="4942738" y="2426500"/>
                </a:lnTo>
                <a:lnTo>
                  <a:pt x="4941875" y="2418092"/>
                </a:lnTo>
                <a:lnTo>
                  <a:pt x="4941875" y="2321610"/>
                </a:lnTo>
                <a:lnTo>
                  <a:pt x="4939893" y="2293670"/>
                </a:lnTo>
                <a:lnTo>
                  <a:pt x="4936541" y="2283028"/>
                </a:lnTo>
                <a:lnTo>
                  <a:pt x="4933251" y="2272614"/>
                </a:lnTo>
                <a:lnTo>
                  <a:pt x="4920945" y="2257666"/>
                </a:lnTo>
                <a:lnTo>
                  <a:pt x="4901946" y="2248039"/>
                </a:lnTo>
                <a:lnTo>
                  <a:pt x="4921161" y="2237041"/>
                </a:lnTo>
                <a:lnTo>
                  <a:pt x="4935194" y="2221509"/>
                </a:lnTo>
                <a:lnTo>
                  <a:pt x="4937658" y="2215477"/>
                </a:lnTo>
                <a:lnTo>
                  <a:pt x="4943780" y="2200554"/>
                </a:lnTo>
                <a:lnTo>
                  <a:pt x="4946701" y="2173262"/>
                </a:lnTo>
                <a:lnTo>
                  <a:pt x="4946701" y="2122614"/>
                </a:lnTo>
                <a:lnTo>
                  <a:pt x="4941557" y="2086508"/>
                </a:lnTo>
                <a:lnTo>
                  <a:pt x="4940173" y="2076754"/>
                </a:lnTo>
                <a:lnTo>
                  <a:pt x="4919840" y="2045246"/>
                </a:lnTo>
                <a:lnTo>
                  <a:pt x="4884547" y="2027072"/>
                </a:lnTo>
                <a:lnTo>
                  <a:pt x="4871834" y="2025637"/>
                </a:lnTo>
                <a:lnTo>
                  <a:pt x="4871834" y="2126234"/>
                </a:lnTo>
                <a:lnTo>
                  <a:pt x="4871834" y="2173262"/>
                </a:lnTo>
                <a:lnTo>
                  <a:pt x="4869472" y="2192070"/>
                </a:lnTo>
                <a:lnTo>
                  <a:pt x="4862017" y="2205228"/>
                </a:lnTo>
                <a:lnTo>
                  <a:pt x="4848872" y="2212962"/>
                </a:lnTo>
                <a:lnTo>
                  <a:pt x="4829492" y="2215477"/>
                </a:lnTo>
                <a:lnTo>
                  <a:pt x="4793272" y="2215477"/>
                </a:lnTo>
                <a:lnTo>
                  <a:pt x="4793272" y="2086508"/>
                </a:lnTo>
                <a:lnTo>
                  <a:pt x="4828362" y="2086508"/>
                </a:lnTo>
                <a:lnTo>
                  <a:pt x="4848403" y="2088832"/>
                </a:lnTo>
                <a:lnTo>
                  <a:pt x="4861877" y="2095995"/>
                </a:lnTo>
                <a:lnTo>
                  <a:pt x="4869459" y="2108352"/>
                </a:lnTo>
                <a:lnTo>
                  <a:pt x="4871834" y="2126234"/>
                </a:lnTo>
                <a:lnTo>
                  <a:pt x="4871834" y="2025637"/>
                </a:lnTo>
                <a:lnTo>
                  <a:pt x="4833201" y="2021230"/>
                </a:lnTo>
                <a:lnTo>
                  <a:pt x="4718405" y="2021230"/>
                </a:lnTo>
                <a:lnTo>
                  <a:pt x="4718405" y="2445842"/>
                </a:lnTo>
                <a:lnTo>
                  <a:pt x="4793272" y="2445842"/>
                </a:lnTo>
                <a:lnTo>
                  <a:pt x="4793272" y="2283028"/>
                </a:lnTo>
                <a:lnTo>
                  <a:pt x="4824666" y="2283028"/>
                </a:lnTo>
                <a:lnTo>
                  <a:pt x="4863897" y="2305913"/>
                </a:lnTo>
                <a:lnTo>
                  <a:pt x="4865776" y="2418092"/>
                </a:lnTo>
                <a:lnTo>
                  <a:pt x="4866170" y="2426322"/>
                </a:lnTo>
                <a:lnTo>
                  <a:pt x="4867402" y="2433777"/>
                </a:lnTo>
                <a:lnTo>
                  <a:pt x="4867529" y="2434526"/>
                </a:lnTo>
                <a:lnTo>
                  <a:pt x="4869789" y="2441143"/>
                </a:lnTo>
                <a:lnTo>
                  <a:pt x="4872964" y="2445842"/>
                </a:lnTo>
                <a:lnTo>
                  <a:pt x="4953940" y="2445842"/>
                </a:lnTo>
                <a:close/>
              </a:path>
              <a:path w="6410959" h="3716020">
                <a:moveTo>
                  <a:pt x="5124120" y="3708552"/>
                </a:moveTo>
                <a:lnTo>
                  <a:pt x="5119382" y="3703370"/>
                </a:lnTo>
                <a:lnTo>
                  <a:pt x="5116017" y="3696944"/>
                </a:lnTo>
                <a:lnTo>
                  <a:pt x="5113998" y="3689388"/>
                </a:lnTo>
                <a:lnTo>
                  <a:pt x="5113337" y="3680815"/>
                </a:lnTo>
                <a:lnTo>
                  <a:pt x="5113337" y="3584333"/>
                </a:lnTo>
                <a:lnTo>
                  <a:pt x="5111153" y="3556901"/>
                </a:lnTo>
                <a:lnTo>
                  <a:pt x="5107825" y="3546945"/>
                </a:lnTo>
                <a:lnTo>
                  <a:pt x="5104092" y="3535794"/>
                </a:lnTo>
                <a:lnTo>
                  <a:pt x="5091392" y="3520567"/>
                </a:lnTo>
                <a:lnTo>
                  <a:pt x="5072278" y="3510775"/>
                </a:lnTo>
                <a:lnTo>
                  <a:pt x="5091950" y="3500437"/>
                </a:lnTo>
                <a:lnTo>
                  <a:pt x="5105870" y="3485134"/>
                </a:lnTo>
                <a:lnTo>
                  <a:pt x="5108105" y="3479406"/>
                </a:lnTo>
                <a:lnTo>
                  <a:pt x="5114137" y="3463963"/>
                </a:lnTo>
                <a:lnTo>
                  <a:pt x="5116754" y="3437204"/>
                </a:lnTo>
                <a:lnTo>
                  <a:pt x="5116881" y="3385337"/>
                </a:lnTo>
                <a:lnTo>
                  <a:pt x="5111826" y="3349167"/>
                </a:lnTo>
                <a:lnTo>
                  <a:pt x="5110556" y="3339998"/>
                </a:lnTo>
                <a:lnTo>
                  <a:pt x="5090655" y="3308451"/>
                </a:lnTo>
                <a:lnTo>
                  <a:pt x="5055819" y="3290024"/>
                </a:lnTo>
                <a:lnTo>
                  <a:pt x="5042014" y="3288411"/>
                </a:lnTo>
                <a:lnTo>
                  <a:pt x="5042014" y="3388957"/>
                </a:lnTo>
                <a:lnTo>
                  <a:pt x="5042014" y="3437204"/>
                </a:lnTo>
                <a:lnTo>
                  <a:pt x="5039652" y="3455492"/>
                </a:lnTo>
                <a:lnTo>
                  <a:pt x="5032210" y="3468700"/>
                </a:lnTo>
                <a:lnTo>
                  <a:pt x="5019129" y="3476714"/>
                </a:lnTo>
                <a:lnTo>
                  <a:pt x="4999825" y="3479406"/>
                </a:lnTo>
                <a:lnTo>
                  <a:pt x="4963604" y="3479406"/>
                </a:lnTo>
                <a:lnTo>
                  <a:pt x="4963604" y="3349167"/>
                </a:lnTo>
                <a:lnTo>
                  <a:pt x="4999825" y="3349167"/>
                </a:lnTo>
                <a:lnTo>
                  <a:pt x="5019129" y="3351479"/>
                </a:lnTo>
                <a:lnTo>
                  <a:pt x="5032210" y="3358654"/>
                </a:lnTo>
                <a:lnTo>
                  <a:pt x="5039652" y="3371037"/>
                </a:lnTo>
                <a:lnTo>
                  <a:pt x="5042014" y="3388957"/>
                </a:lnTo>
                <a:lnTo>
                  <a:pt x="5042014" y="3288411"/>
                </a:lnTo>
                <a:lnTo>
                  <a:pt x="5004663" y="3284029"/>
                </a:lnTo>
                <a:lnTo>
                  <a:pt x="4889868" y="3284029"/>
                </a:lnTo>
                <a:lnTo>
                  <a:pt x="4889868" y="3708552"/>
                </a:lnTo>
                <a:lnTo>
                  <a:pt x="4963604" y="3708552"/>
                </a:lnTo>
                <a:lnTo>
                  <a:pt x="4963604" y="3546945"/>
                </a:lnTo>
                <a:lnTo>
                  <a:pt x="4996129" y="3546945"/>
                </a:lnTo>
                <a:lnTo>
                  <a:pt x="5015611" y="3549116"/>
                </a:lnTo>
                <a:lnTo>
                  <a:pt x="5027866" y="3556139"/>
                </a:lnTo>
                <a:lnTo>
                  <a:pt x="5034229" y="3568827"/>
                </a:lnTo>
                <a:lnTo>
                  <a:pt x="5036058" y="3587953"/>
                </a:lnTo>
                <a:lnTo>
                  <a:pt x="5036058" y="3680815"/>
                </a:lnTo>
                <a:lnTo>
                  <a:pt x="5036464" y="3689388"/>
                </a:lnTo>
                <a:lnTo>
                  <a:pt x="5036502" y="3690239"/>
                </a:lnTo>
                <a:lnTo>
                  <a:pt x="5037861" y="3698303"/>
                </a:lnTo>
                <a:lnTo>
                  <a:pt x="5040134" y="3704564"/>
                </a:lnTo>
                <a:lnTo>
                  <a:pt x="5043297" y="3708552"/>
                </a:lnTo>
                <a:lnTo>
                  <a:pt x="5124120" y="3708552"/>
                </a:lnTo>
                <a:close/>
              </a:path>
              <a:path w="6410959" h="3716020">
                <a:moveTo>
                  <a:pt x="5207520" y="3076587"/>
                </a:moveTo>
                <a:lnTo>
                  <a:pt x="5193246" y="3013887"/>
                </a:lnTo>
                <a:lnTo>
                  <a:pt x="5178158" y="2947555"/>
                </a:lnTo>
                <a:lnTo>
                  <a:pt x="5132324" y="2746133"/>
                </a:lnTo>
                <a:lnTo>
                  <a:pt x="5110924" y="2652064"/>
                </a:lnTo>
                <a:lnTo>
                  <a:pt x="5104803" y="2652064"/>
                </a:lnTo>
                <a:lnTo>
                  <a:pt x="5104803" y="2947555"/>
                </a:lnTo>
                <a:lnTo>
                  <a:pt x="5040884" y="2947555"/>
                </a:lnTo>
                <a:lnTo>
                  <a:pt x="5068582" y="2806433"/>
                </a:lnTo>
                <a:lnTo>
                  <a:pt x="5072278" y="2746133"/>
                </a:lnTo>
                <a:lnTo>
                  <a:pt x="5077104" y="2806433"/>
                </a:lnTo>
                <a:lnTo>
                  <a:pt x="5104803" y="2947555"/>
                </a:lnTo>
                <a:lnTo>
                  <a:pt x="5104803" y="2652064"/>
                </a:lnTo>
                <a:lnTo>
                  <a:pt x="5034762" y="2652064"/>
                </a:lnTo>
                <a:lnTo>
                  <a:pt x="4940579" y="3076587"/>
                </a:lnTo>
                <a:lnTo>
                  <a:pt x="5016741" y="3076587"/>
                </a:lnTo>
                <a:lnTo>
                  <a:pt x="5028806" y="3013887"/>
                </a:lnTo>
                <a:lnTo>
                  <a:pt x="5118163" y="3013887"/>
                </a:lnTo>
                <a:lnTo>
                  <a:pt x="5131371" y="3076587"/>
                </a:lnTo>
                <a:lnTo>
                  <a:pt x="5207520" y="3076587"/>
                </a:lnTo>
                <a:close/>
              </a:path>
              <a:path w="6410959" h="3716020">
                <a:moveTo>
                  <a:pt x="5222011" y="2311958"/>
                </a:moveTo>
                <a:lnTo>
                  <a:pt x="5209032" y="2257387"/>
                </a:lnTo>
                <a:lnTo>
                  <a:pt x="5176126" y="2222716"/>
                </a:lnTo>
                <a:lnTo>
                  <a:pt x="5136197" y="2197392"/>
                </a:lnTo>
                <a:lnTo>
                  <a:pt x="5119395" y="2188997"/>
                </a:lnTo>
                <a:lnTo>
                  <a:pt x="5103812" y="2180044"/>
                </a:lnTo>
                <a:lnTo>
                  <a:pt x="5074958" y="2154313"/>
                </a:lnTo>
                <a:lnTo>
                  <a:pt x="5069865" y="2132266"/>
                </a:lnTo>
                <a:lnTo>
                  <a:pt x="5069865" y="2121408"/>
                </a:lnTo>
                <a:lnTo>
                  <a:pt x="5071770" y="2104174"/>
                </a:lnTo>
                <a:lnTo>
                  <a:pt x="5077853" y="2090877"/>
                </a:lnTo>
                <a:lnTo>
                  <a:pt x="5088674" y="2082304"/>
                </a:lnTo>
                <a:lnTo>
                  <a:pt x="5104803" y="2079269"/>
                </a:lnTo>
                <a:lnTo>
                  <a:pt x="5121668" y="2081593"/>
                </a:lnTo>
                <a:lnTo>
                  <a:pt x="5132870" y="2088756"/>
                </a:lnTo>
                <a:lnTo>
                  <a:pt x="5139106" y="2101113"/>
                </a:lnTo>
                <a:lnTo>
                  <a:pt x="5141023" y="2118982"/>
                </a:lnTo>
                <a:lnTo>
                  <a:pt x="5141023" y="2161209"/>
                </a:lnTo>
                <a:lnTo>
                  <a:pt x="5217185" y="2161209"/>
                </a:lnTo>
                <a:lnTo>
                  <a:pt x="5217185" y="2114169"/>
                </a:lnTo>
                <a:lnTo>
                  <a:pt x="5210505" y="2072741"/>
                </a:lnTo>
                <a:lnTo>
                  <a:pt x="5190134" y="2041639"/>
                </a:lnTo>
                <a:lnTo>
                  <a:pt x="5155501" y="2022081"/>
                </a:lnTo>
                <a:lnTo>
                  <a:pt x="5106086" y="2015286"/>
                </a:lnTo>
                <a:lnTo>
                  <a:pt x="5056403" y="2022513"/>
                </a:lnTo>
                <a:lnTo>
                  <a:pt x="5021338" y="2043290"/>
                </a:lnTo>
                <a:lnTo>
                  <a:pt x="5000561" y="2076297"/>
                </a:lnTo>
                <a:lnTo>
                  <a:pt x="4993716" y="2120214"/>
                </a:lnTo>
                <a:lnTo>
                  <a:pt x="4993716" y="2138299"/>
                </a:lnTo>
                <a:lnTo>
                  <a:pt x="5006124" y="2191816"/>
                </a:lnTo>
                <a:lnTo>
                  <a:pt x="5038471" y="2226335"/>
                </a:lnTo>
                <a:lnTo>
                  <a:pt x="5095786" y="2259558"/>
                </a:lnTo>
                <a:lnTo>
                  <a:pt x="5111750" y="2268994"/>
                </a:lnTo>
                <a:lnTo>
                  <a:pt x="5140287" y="2296833"/>
                </a:lnTo>
                <a:lnTo>
                  <a:pt x="5145862" y="2320404"/>
                </a:lnTo>
                <a:lnTo>
                  <a:pt x="5145862" y="2342108"/>
                </a:lnTo>
                <a:lnTo>
                  <a:pt x="5143919" y="2358694"/>
                </a:lnTo>
                <a:lnTo>
                  <a:pt x="5137569" y="2371661"/>
                </a:lnTo>
                <a:lnTo>
                  <a:pt x="5126025" y="2380107"/>
                </a:lnTo>
                <a:lnTo>
                  <a:pt x="5108499" y="2383117"/>
                </a:lnTo>
                <a:lnTo>
                  <a:pt x="5089017" y="2380234"/>
                </a:lnTo>
                <a:lnTo>
                  <a:pt x="5076774" y="2371814"/>
                </a:lnTo>
                <a:lnTo>
                  <a:pt x="5070399" y="2358186"/>
                </a:lnTo>
                <a:lnTo>
                  <a:pt x="5068582" y="2339695"/>
                </a:lnTo>
                <a:lnTo>
                  <a:pt x="5068582" y="2284234"/>
                </a:lnTo>
                <a:lnTo>
                  <a:pt x="4988877" y="2284234"/>
                </a:lnTo>
                <a:lnTo>
                  <a:pt x="4988877" y="2340902"/>
                </a:lnTo>
                <a:lnTo>
                  <a:pt x="4994986" y="2388768"/>
                </a:lnTo>
                <a:lnTo>
                  <a:pt x="5015027" y="2423528"/>
                </a:lnTo>
                <a:lnTo>
                  <a:pt x="5051577" y="2444712"/>
                </a:lnTo>
                <a:lnTo>
                  <a:pt x="5107216" y="2451874"/>
                </a:lnTo>
                <a:lnTo>
                  <a:pt x="5157279" y="2444597"/>
                </a:lnTo>
                <a:lnTo>
                  <a:pt x="5193169" y="2423528"/>
                </a:lnTo>
                <a:lnTo>
                  <a:pt x="5214785" y="2389784"/>
                </a:lnTo>
                <a:lnTo>
                  <a:pt x="5222011" y="2344521"/>
                </a:lnTo>
                <a:lnTo>
                  <a:pt x="5222011" y="2311958"/>
                </a:lnTo>
                <a:close/>
              </a:path>
              <a:path w="6410959" h="3716020">
                <a:moveTo>
                  <a:pt x="5304117" y="387134"/>
                </a:moveTo>
                <a:lnTo>
                  <a:pt x="5302377" y="335000"/>
                </a:lnTo>
                <a:lnTo>
                  <a:pt x="5297627" y="291795"/>
                </a:lnTo>
                <a:lnTo>
                  <a:pt x="5297068" y="286639"/>
                </a:lnTo>
                <a:lnTo>
                  <a:pt x="5288077" y="242011"/>
                </a:lnTo>
                <a:lnTo>
                  <a:pt x="5275288" y="201104"/>
                </a:lnTo>
                <a:lnTo>
                  <a:pt x="5258574" y="163880"/>
                </a:lnTo>
                <a:lnTo>
                  <a:pt x="5237823" y="130327"/>
                </a:lnTo>
                <a:lnTo>
                  <a:pt x="5212931" y="100406"/>
                </a:lnTo>
                <a:lnTo>
                  <a:pt x="5183759" y="74104"/>
                </a:lnTo>
                <a:lnTo>
                  <a:pt x="5150205" y="51384"/>
                </a:lnTo>
                <a:lnTo>
                  <a:pt x="5112131" y="32232"/>
                </a:lnTo>
                <a:lnTo>
                  <a:pt x="5069446" y="16624"/>
                </a:lnTo>
                <a:lnTo>
                  <a:pt x="5022012" y="4521"/>
                </a:lnTo>
                <a:lnTo>
                  <a:pt x="4994567" y="0"/>
                </a:lnTo>
                <a:lnTo>
                  <a:pt x="4937036" y="0"/>
                </a:lnTo>
                <a:lnTo>
                  <a:pt x="4937036" y="402729"/>
                </a:lnTo>
                <a:lnTo>
                  <a:pt x="4937036" y="660933"/>
                </a:lnTo>
                <a:lnTo>
                  <a:pt x="4930267" y="711949"/>
                </a:lnTo>
                <a:lnTo>
                  <a:pt x="4910010" y="748957"/>
                </a:lnTo>
                <a:lnTo>
                  <a:pt x="4876381" y="771486"/>
                </a:lnTo>
                <a:lnTo>
                  <a:pt x="4829492" y="779094"/>
                </a:lnTo>
                <a:lnTo>
                  <a:pt x="4757039" y="779094"/>
                </a:lnTo>
                <a:lnTo>
                  <a:pt x="4757039" y="291795"/>
                </a:lnTo>
                <a:lnTo>
                  <a:pt x="4831905" y="291795"/>
                </a:lnTo>
                <a:lnTo>
                  <a:pt x="4878425" y="298615"/>
                </a:lnTo>
                <a:lnTo>
                  <a:pt x="4911217" y="319227"/>
                </a:lnTo>
                <a:lnTo>
                  <a:pt x="4930648" y="353847"/>
                </a:lnTo>
                <a:lnTo>
                  <a:pt x="4937036" y="402729"/>
                </a:lnTo>
                <a:lnTo>
                  <a:pt x="4937036" y="0"/>
                </a:lnTo>
                <a:lnTo>
                  <a:pt x="4398340" y="0"/>
                </a:lnTo>
                <a:lnTo>
                  <a:pt x="4398340" y="1587144"/>
                </a:lnTo>
                <a:lnTo>
                  <a:pt x="4757039" y="1587144"/>
                </a:lnTo>
                <a:lnTo>
                  <a:pt x="4757039" y="1096302"/>
                </a:lnTo>
                <a:lnTo>
                  <a:pt x="4850104" y="1096302"/>
                </a:lnTo>
                <a:lnTo>
                  <a:pt x="4908715" y="1094460"/>
                </a:lnTo>
                <a:lnTo>
                  <a:pt x="4962842" y="1088986"/>
                </a:lnTo>
                <a:lnTo>
                  <a:pt x="5012588" y="1079944"/>
                </a:lnTo>
                <a:lnTo>
                  <a:pt x="5058041" y="1067409"/>
                </a:lnTo>
                <a:lnTo>
                  <a:pt x="5099304" y="1051445"/>
                </a:lnTo>
                <a:lnTo>
                  <a:pt x="5136464" y="1032116"/>
                </a:lnTo>
                <a:lnTo>
                  <a:pt x="5169624" y="1009497"/>
                </a:lnTo>
                <a:lnTo>
                  <a:pt x="5198884" y="983665"/>
                </a:lnTo>
                <a:lnTo>
                  <a:pt x="5224335" y="954671"/>
                </a:lnTo>
                <a:lnTo>
                  <a:pt x="5246090" y="922604"/>
                </a:lnTo>
                <a:lnTo>
                  <a:pt x="5264226" y="887514"/>
                </a:lnTo>
                <a:lnTo>
                  <a:pt x="5278844" y="849477"/>
                </a:lnTo>
                <a:lnTo>
                  <a:pt x="5290045" y="808570"/>
                </a:lnTo>
                <a:lnTo>
                  <a:pt x="5297932" y="764857"/>
                </a:lnTo>
                <a:lnTo>
                  <a:pt x="5302593" y="718413"/>
                </a:lnTo>
                <a:lnTo>
                  <a:pt x="5304117" y="669290"/>
                </a:lnTo>
                <a:lnTo>
                  <a:pt x="5304117" y="387134"/>
                </a:lnTo>
                <a:close/>
              </a:path>
              <a:path w="6410959" h="3716020">
                <a:moveTo>
                  <a:pt x="5365775" y="3284448"/>
                </a:moveTo>
                <a:lnTo>
                  <a:pt x="5149558" y="3284448"/>
                </a:lnTo>
                <a:lnTo>
                  <a:pt x="5149558" y="3354247"/>
                </a:lnTo>
                <a:lnTo>
                  <a:pt x="5219598" y="3354247"/>
                </a:lnTo>
                <a:lnTo>
                  <a:pt x="5219598" y="3708336"/>
                </a:lnTo>
                <a:lnTo>
                  <a:pt x="5295582" y="3708336"/>
                </a:lnTo>
                <a:lnTo>
                  <a:pt x="5295582" y="3354247"/>
                </a:lnTo>
                <a:lnTo>
                  <a:pt x="5365775" y="3354247"/>
                </a:lnTo>
                <a:lnTo>
                  <a:pt x="5365775" y="3284448"/>
                </a:lnTo>
                <a:close/>
              </a:path>
              <a:path w="6410959" h="3716020">
                <a:moveTo>
                  <a:pt x="5430990" y="2021687"/>
                </a:moveTo>
                <a:lnTo>
                  <a:pt x="5258232" y="2021687"/>
                </a:lnTo>
                <a:lnTo>
                  <a:pt x="5258232" y="2092756"/>
                </a:lnTo>
                <a:lnTo>
                  <a:pt x="5307660" y="2092756"/>
                </a:lnTo>
                <a:lnTo>
                  <a:pt x="5307660" y="2373223"/>
                </a:lnTo>
                <a:lnTo>
                  <a:pt x="5258232" y="2373223"/>
                </a:lnTo>
                <a:lnTo>
                  <a:pt x="5258232" y="2445562"/>
                </a:lnTo>
                <a:lnTo>
                  <a:pt x="5430990" y="2445562"/>
                </a:lnTo>
                <a:lnTo>
                  <a:pt x="5430990" y="2373223"/>
                </a:lnTo>
                <a:lnTo>
                  <a:pt x="5382692" y="2373223"/>
                </a:lnTo>
                <a:lnTo>
                  <a:pt x="5382692" y="2092756"/>
                </a:lnTo>
                <a:lnTo>
                  <a:pt x="5430990" y="2092756"/>
                </a:lnTo>
                <a:lnTo>
                  <a:pt x="5430990" y="2021687"/>
                </a:lnTo>
                <a:close/>
              </a:path>
              <a:path w="6410959" h="3716020">
                <a:moveTo>
                  <a:pt x="5613235" y="3637254"/>
                </a:moveTo>
                <a:lnTo>
                  <a:pt x="5486527" y="3637254"/>
                </a:lnTo>
                <a:lnTo>
                  <a:pt x="5486527" y="3529380"/>
                </a:lnTo>
                <a:lnTo>
                  <a:pt x="5595201" y="3529380"/>
                </a:lnTo>
                <a:lnTo>
                  <a:pt x="5595201" y="3458311"/>
                </a:lnTo>
                <a:lnTo>
                  <a:pt x="5486527" y="3458311"/>
                </a:lnTo>
                <a:lnTo>
                  <a:pt x="5486527" y="3354247"/>
                </a:lnTo>
                <a:lnTo>
                  <a:pt x="5609691" y="3354247"/>
                </a:lnTo>
                <a:lnTo>
                  <a:pt x="5609691" y="3284448"/>
                </a:lnTo>
                <a:lnTo>
                  <a:pt x="5410378" y="3284448"/>
                </a:lnTo>
                <a:lnTo>
                  <a:pt x="5410378" y="3354247"/>
                </a:lnTo>
                <a:lnTo>
                  <a:pt x="5410378" y="3458311"/>
                </a:lnTo>
                <a:lnTo>
                  <a:pt x="5410378" y="3529380"/>
                </a:lnTo>
                <a:lnTo>
                  <a:pt x="5410378" y="3637254"/>
                </a:lnTo>
                <a:lnTo>
                  <a:pt x="5410378" y="3708336"/>
                </a:lnTo>
                <a:lnTo>
                  <a:pt x="5613235" y="3708336"/>
                </a:lnTo>
                <a:lnTo>
                  <a:pt x="5613235" y="3637254"/>
                </a:lnTo>
                <a:close/>
              </a:path>
              <a:path w="6410959" h="3716020">
                <a:moveTo>
                  <a:pt x="5718365" y="2146731"/>
                </a:moveTo>
                <a:lnTo>
                  <a:pt x="5714009" y="2105977"/>
                </a:lnTo>
                <a:lnTo>
                  <a:pt x="5682170" y="2049665"/>
                </a:lnTo>
                <a:lnTo>
                  <a:pt x="5641276" y="2027885"/>
                </a:lnTo>
                <a:lnTo>
                  <a:pt x="5638673" y="2027275"/>
                </a:lnTo>
                <a:lnTo>
                  <a:pt x="5638673" y="2152764"/>
                </a:lnTo>
                <a:lnTo>
                  <a:pt x="5638673" y="2311958"/>
                </a:lnTo>
                <a:lnTo>
                  <a:pt x="5635256" y="2340673"/>
                </a:lnTo>
                <a:lnTo>
                  <a:pt x="5635142" y="2341664"/>
                </a:lnTo>
                <a:lnTo>
                  <a:pt x="5624931" y="2362314"/>
                </a:lnTo>
                <a:lnTo>
                  <a:pt x="5608586" y="2374379"/>
                </a:lnTo>
                <a:lnTo>
                  <a:pt x="5586666" y="2378303"/>
                </a:lnTo>
                <a:lnTo>
                  <a:pt x="5557698" y="2378303"/>
                </a:lnTo>
                <a:lnTo>
                  <a:pt x="5557698" y="2086508"/>
                </a:lnTo>
                <a:lnTo>
                  <a:pt x="5586666" y="2086508"/>
                </a:lnTo>
                <a:lnTo>
                  <a:pt x="5608586" y="2090254"/>
                </a:lnTo>
                <a:lnTo>
                  <a:pt x="5624931" y="2102027"/>
                </a:lnTo>
                <a:lnTo>
                  <a:pt x="5635142" y="2122601"/>
                </a:lnTo>
                <a:lnTo>
                  <a:pt x="5638673" y="2152764"/>
                </a:lnTo>
                <a:lnTo>
                  <a:pt x="5638673" y="2027275"/>
                </a:lnTo>
                <a:lnTo>
                  <a:pt x="5625350" y="2024126"/>
                </a:lnTo>
                <a:lnTo>
                  <a:pt x="5608523" y="2021941"/>
                </a:lnTo>
                <a:lnTo>
                  <a:pt x="5590375" y="2021230"/>
                </a:lnTo>
                <a:lnTo>
                  <a:pt x="5480418" y="2021230"/>
                </a:lnTo>
                <a:lnTo>
                  <a:pt x="5480418" y="2445842"/>
                </a:lnTo>
                <a:lnTo>
                  <a:pt x="5590375" y="2445842"/>
                </a:lnTo>
                <a:lnTo>
                  <a:pt x="5656300" y="2432723"/>
                </a:lnTo>
                <a:lnTo>
                  <a:pt x="5701462" y="2391562"/>
                </a:lnTo>
                <a:lnTo>
                  <a:pt x="5717248" y="2340673"/>
                </a:lnTo>
                <a:lnTo>
                  <a:pt x="5718365" y="2319197"/>
                </a:lnTo>
                <a:lnTo>
                  <a:pt x="5718365" y="2146731"/>
                </a:lnTo>
                <a:close/>
              </a:path>
              <a:path w="6410959" h="3716020">
                <a:moveTo>
                  <a:pt x="6009449" y="2445842"/>
                </a:moveTo>
                <a:lnTo>
                  <a:pt x="5995187" y="2383117"/>
                </a:lnTo>
                <a:lnTo>
                  <a:pt x="5979820" y="2315578"/>
                </a:lnTo>
                <a:lnTo>
                  <a:pt x="5934291" y="2115451"/>
                </a:lnTo>
                <a:lnTo>
                  <a:pt x="5912853" y="2021230"/>
                </a:lnTo>
                <a:lnTo>
                  <a:pt x="5906732" y="2021230"/>
                </a:lnTo>
                <a:lnTo>
                  <a:pt x="5906732" y="2315578"/>
                </a:lnTo>
                <a:lnTo>
                  <a:pt x="5842660" y="2315578"/>
                </a:lnTo>
                <a:lnTo>
                  <a:pt x="5869229" y="2174468"/>
                </a:lnTo>
                <a:lnTo>
                  <a:pt x="5874055" y="2115451"/>
                </a:lnTo>
                <a:lnTo>
                  <a:pt x="5878881" y="2174468"/>
                </a:lnTo>
                <a:lnTo>
                  <a:pt x="5906732" y="2315578"/>
                </a:lnTo>
                <a:lnTo>
                  <a:pt x="5906732" y="2021230"/>
                </a:lnTo>
                <a:lnTo>
                  <a:pt x="5835421" y="2021230"/>
                </a:lnTo>
                <a:lnTo>
                  <a:pt x="5741225" y="2445842"/>
                </a:lnTo>
                <a:lnTo>
                  <a:pt x="5818505" y="2445842"/>
                </a:lnTo>
                <a:lnTo>
                  <a:pt x="5829452" y="2383117"/>
                </a:lnTo>
                <a:lnTo>
                  <a:pt x="5920105" y="2383117"/>
                </a:lnTo>
                <a:lnTo>
                  <a:pt x="5932170" y="2445842"/>
                </a:lnTo>
                <a:lnTo>
                  <a:pt x="6009449" y="2445842"/>
                </a:lnTo>
                <a:close/>
              </a:path>
              <a:path w="6410959" h="3716020">
                <a:moveTo>
                  <a:pt x="6283477" y="2146731"/>
                </a:moveTo>
                <a:lnTo>
                  <a:pt x="6279121" y="2105977"/>
                </a:lnTo>
                <a:lnTo>
                  <a:pt x="6271628" y="2086508"/>
                </a:lnTo>
                <a:lnTo>
                  <a:pt x="6266726" y="2073757"/>
                </a:lnTo>
                <a:lnTo>
                  <a:pt x="6247346" y="2049665"/>
                </a:lnTo>
                <a:lnTo>
                  <a:pt x="6221971" y="2033295"/>
                </a:lnTo>
                <a:lnTo>
                  <a:pt x="6207010" y="2027885"/>
                </a:lnTo>
                <a:lnTo>
                  <a:pt x="6203785" y="2027135"/>
                </a:lnTo>
                <a:lnTo>
                  <a:pt x="6203785" y="2152764"/>
                </a:lnTo>
                <a:lnTo>
                  <a:pt x="6203785" y="2311958"/>
                </a:lnTo>
                <a:lnTo>
                  <a:pt x="6200559" y="2340673"/>
                </a:lnTo>
                <a:lnTo>
                  <a:pt x="6200457" y="2341664"/>
                </a:lnTo>
                <a:lnTo>
                  <a:pt x="6190678" y="2362314"/>
                </a:lnTo>
                <a:lnTo>
                  <a:pt x="6174778" y="2374379"/>
                </a:lnTo>
                <a:lnTo>
                  <a:pt x="6153061" y="2378303"/>
                </a:lnTo>
                <a:lnTo>
                  <a:pt x="6122962" y="2378303"/>
                </a:lnTo>
                <a:lnTo>
                  <a:pt x="6122962" y="2086508"/>
                </a:lnTo>
                <a:lnTo>
                  <a:pt x="6151943" y="2086508"/>
                </a:lnTo>
                <a:lnTo>
                  <a:pt x="6173762" y="2090254"/>
                </a:lnTo>
                <a:lnTo>
                  <a:pt x="6190056" y="2102027"/>
                </a:lnTo>
                <a:lnTo>
                  <a:pt x="6200254" y="2122601"/>
                </a:lnTo>
                <a:lnTo>
                  <a:pt x="6203785" y="2152764"/>
                </a:lnTo>
                <a:lnTo>
                  <a:pt x="6203785" y="2027135"/>
                </a:lnTo>
                <a:lnTo>
                  <a:pt x="6191021" y="2024126"/>
                </a:lnTo>
                <a:lnTo>
                  <a:pt x="6173889" y="2021941"/>
                </a:lnTo>
                <a:lnTo>
                  <a:pt x="6155487" y="2021230"/>
                </a:lnTo>
                <a:lnTo>
                  <a:pt x="6046813" y="2021230"/>
                </a:lnTo>
                <a:lnTo>
                  <a:pt x="6046813" y="2445842"/>
                </a:lnTo>
                <a:lnTo>
                  <a:pt x="6155487" y="2445842"/>
                </a:lnTo>
                <a:lnTo>
                  <a:pt x="6221958" y="2432723"/>
                </a:lnTo>
                <a:lnTo>
                  <a:pt x="6266573" y="2391562"/>
                </a:lnTo>
                <a:lnTo>
                  <a:pt x="6273546" y="2378303"/>
                </a:lnTo>
                <a:lnTo>
                  <a:pt x="6274308" y="2376868"/>
                </a:lnTo>
                <a:lnTo>
                  <a:pt x="6279553" y="2359901"/>
                </a:lnTo>
                <a:lnTo>
                  <a:pt x="6282537" y="2340673"/>
                </a:lnTo>
                <a:lnTo>
                  <a:pt x="6283477" y="2319197"/>
                </a:lnTo>
                <a:lnTo>
                  <a:pt x="6283477" y="2146731"/>
                </a:lnTo>
                <a:close/>
              </a:path>
              <a:path w="6410959" h="3716020">
                <a:moveTo>
                  <a:pt x="6410452" y="0"/>
                </a:moveTo>
                <a:lnTo>
                  <a:pt x="6089154" y="0"/>
                </a:lnTo>
                <a:lnTo>
                  <a:pt x="6089154" y="713981"/>
                </a:lnTo>
                <a:lnTo>
                  <a:pt x="6095111" y="858685"/>
                </a:lnTo>
                <a:lnTo>
                  <a:pt x="6070955" y="769454"/>
                </a:lnTo>
                <a:lnTo>
                  <a:pt x="6050877" y="713981"/>
                </a:lnTo>
                <a:lnTo>
                  <a:pt x="5792368" y="0"/>
                </a:lnTo>
                <a:lnTo>
                  <a:pt x="5461089" y="0"/>
                </a:lnTo>
                <a:lnTo>
                  <a:pt x="5461089" y="1587144"/>
                </a:lnTo>
                <a:lnTo>
                  <a:pt x="5790819" y="1587144"/>
                </a:lnTo>
                <a:lnTo>
                  <a:pt x="5790819" y="872020"/>
                </a:lnTo>
                <a:lnTo>
                  <a:pt x="5781154" y="713981"/>
                </a:lnTo>
                <a:lnTo>
                  <a:pt x="5808853" y="805624"/>
                </a:lnTo>
                <a:lnTo>
                  <a:pt x="6097524" y="1587144"/>
                </a:lnTo>
                <a:lnTo>
                  <a:pt x="6410452" y="1587144"/>
                </a:lnTo>
                <a:lnTo>
                  <a:pt x="6410452" y="858685"/>
                </a:lnTo>
                <a:lnTo>
                  <a:pt x="641045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62362AA-75A3-46B1-8BBA-D0E87DD74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2660" y="1877568"/>
            <a:ext cx="9085340" cy="2099754"/>
          </a:xfrm>
        </p:spPr>
        <p:txBody>
          <a:bodyPr anchor="b">
            <a:norm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  <a:latin typeface="+mj-lt"/>
              </a:rPr>
              <a:t>PUNTEROS, REFERENCIAS Y MANEJO DE ARCHIVOS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62362AA-75A3-46B1-8BBA-D0E87DD74FD6}"/>
              </a:ext>
            </a:extLst>
          </p:cNvPr>
          <p:cNvSpPr txBox="1">
            <a:spLocks/>
          </p:cNvSpPr>
          <p:nvPr/>
        </p:nvSpPr>
        <p:spPr>
          <a:xfrm>
            <a:off x="1642535" y="49447"/>
            <a:ext cx="5937709" cy="49242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normAutofit fontScale="62500" lnSpcReduction="20000"/>
          </a:bodyPr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800" kern="1200" cap="all">
                <a:solidFill>
                  <a:srgbClr val="272727"/>
                </a:solidFill>
                <a:latin typeface="Arial"/>
                <a:ea typeface="MS PGothic" pitchFamily="34" charset="-128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5pPr>
            <a:lvl6pPr marL="457200" algn="l" defTabSz="457200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6pPr>
            <a:lvl7pPr marL="914400" algn="l" defTabSz="457200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7pPr>
            <a:lvl8pPr marL="1371600" algn="l" defTabSz="457200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8pPr>
            <a:lvl9pPr marL="1828800" algn="l" defTabSz="457200" rtl="0" fontAlgn="base">
              <a:spcBef>
                <a:spcPct val="0"/>
              </a:spcBef>
              <a:spcAft>
                <a:spcPct val="0"/>
              </a:spcAft>
              <a:defRPr sz="2000">
                <a:solidFill>
                  <a:srgbClr val="EFA82F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r>
              <a:rPr lang="es-PE" sz="2400" dirty="0"/>
              <a:t>Ingeniería DE SISTEMAS COMPUTACIONALES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– </a:t>
            </a:r>
            <a:r>
              <a:rPr lang="en-US" sz="2400" dirty="0" err="1">
                <a:solidFill>
                  <a:schemeClr val="tx1"/>
                </a:solidFill>
                <a:latin typeface="+mj-lt"/>
              </a:rPr>
              <a:t>semana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 9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C28C05F-1CBE-418B-8085-BEF92BC2FEA2}"/>
              </a:ext>
            </a:extLst>
          </p:cNvPr>
          <p:cNvSpPr txBox="1">
            <a:spLocks/>
          </p:cNvSpPr>
          <p:nvPr/>
        </p:nvSpPr>
        <p:spPr bwMode="auto">
          <a:xfrm>
            <a:off x="1641926" y="4118128"/>
            <a:ext cx="4632900" cy="2363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0" indent="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None/>
              <a:defRPr sz="1600" kern="1200">
                <a:solidFill>
                  <a:srgbClr val="676767"/>
                </a:solidFill>
                <a:latin typeface="Arial"/>
                <a:ea typeface="MS PGothic" pitchFamily="34" charset="-128"/>
                <a:cs typeface="+mn-cs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itchFamily="34" charset="-128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itchFamily="34" charset="-128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itchFamily="34" charset="-128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FA82F"/>
              </a:buClr>
              <a:buFont typeface="Arial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Arial"/>
                <a:ea typeface="MS PGothic" pitchFamily="34" charset="-128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000" b="1" dirty="0">
                <a:solidFill>
                  <a:schemeClr val="tx1"/>
                </a:solidFill>
                <a:latin typeface="+mj-lt"/>
              </a:rPr>
              <a:t>Docente: MBA Ing. Percy Pardo Zapata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8D807C0-23AE-87A8-F5CC-A0AB1AC0F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5516" y="0"/>
            <a:ext cx="946484" cy="150880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4A003F4-1FAD-7875-4746-E757E9EE7D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271" y="5870677"/>
            <a:ext cx="598495" cy="95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56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71682" y="609600"/>
            <a:ext cx="4048633" cy="9367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z="6000" b="1" dirty="0">
                <a:solidFill>
                  <a:srgbClr val="272727"/>
                </a:solidFill>
              </a:rPr>
              <a:t>G</a:t>
            </a:r>
            <a:r>
              <a:rPr lang="es-PE" sz="6000" b="1" dirty="0">
                <a:solidFill>
                  <a:srgbClr val="272727"/>
                </a:solidFill>
              </a:rPr>
              <a:t>RUPO 2</a:t>
            </a:r>
            <a:endParaRPr sz="6000" b="1" dirty="0"/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92CFDEDC-095F-3744-CD04-D94053B5AAE9}"/>
              </a:ext>
            </a:extLst>
          </p:cNvPr>
          <p:cNvSpPr txBox="1"/>
          <p:nvPr/>
        </p:nvSpPr>
        <p:spPr>
          <a:xfrm>
            <a:off x="3023806" y="2354667"/>
            <a:ext cx="6144387" cy="2148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0" tIns="88265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r>
              <a:rPr lang="es-US" sz="1800" b="1" u="sng" dirty="0">
                <a:solidFill>
                  <a:schemeClr val="tx1"/>
                </a:solidFill>
                <a:uFill>
                  <a:solidFill>
                    <a:srgbClr val="676767"/>
                  </a:solidFill>
                </a:uFill>
                <a:latin typeface="Arial MT"/>
                <a:cs typeface="Arial MT"/>
              </a:rPr>
              <a:t>INTEGRANTES:</a:t>
            </a:r>
          </a:p>
          <a:p>
            <a:pPr marL="298450" indent="-28575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</a:pP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dirty="0">
                <a:solidFill>
                  <a:schemeClr val="tx1"/>
                </a:solidFill>
                <a:latin typeface="Arial MT"/>
                <a:cs typeface="Arial MT"/>
              </a:rPr>
              <a:t>Juan Carlos Alvarez Ayala. (N00492243).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419" b="1" i="0" dirty="0">
                <a:solidFill>
                  <a:schemeClr val="tx1"/>
                </a:solidFill>
                <a:effectLst/>
                <a:latin typeface="Arial MT"/>
              </a:rPr>
              <a:t>Gelcy Mirely Niño de Guzman Velasco. (N00479498).</a:t>
            </a:r>
          </a:p>
          <a:p>
            <a:pPr marL="355600" indent="-342900">
              <a:lnSpc>
                <a:spcPct val="100000"/>
              </a:lnSpc>
              <a:spcBef>
                <a:spcPts val="600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Yalexia Maribel Uriarte Ahuanari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(N00480485).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605"/>
              </a:spcBef>
              <a:buClr>
                <a:srgbClr val="EEA82E"/>
              </a:buClr>
              <a:buFont typeface="Wingdings" panose="05000000000000000000" pitchFamily="2" charset="2"/>
              <a:buChar char="§"/>
              <a:tabLst>
                <a:tab pos="355600" algn="l"/>
              </a:tabLst>
            </a:pPr>
            <a:r>
              <a:rPr lang="es-US" sz="1800" b="1" spc="-10" dirty="0">
                <a:solidFill>
                  <a:schemeClr val="tx1"/>
                </a:solidFill>
                <a:latin typeface="Arial MT"/>
                <a:cs typeface="Arial MT"/>
              </a:rPr>
              <a:t>Fermin Reyes Andres</a:t>
            </a:r>
            <a:r>
              <a:rPr lang="es-US" b="1" spc="-10" dirty="0">
                <a:solidFill>
                  <a:schemeClr val="tx1"/>
                </a:solidFill>
                <a:latin typeface="Arial MT"/>
                <a:cs typeface="Arial MT"/>
              </a:rPr>
              <a:t>. (N00509610).</a:t>
            </a:r>
            <a:endParaRPr sz="1800" b="1" dirty="0">
              <a:solidFill>
                <a:schemeClr val="tx1"/>
              </a:solidFill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483734" y="315544"/>
            <a:ext cx="3226435" cy="666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272727"/>
                </a:solidFill>
              </a:rPr>
              <a:t>EJERCICIOS</a:t>
            </a:r>
            <a:endParaRPr sz="4200"/>
          </a:p>
        </p:txBody>
      </p:sp>
      <p:pic>
        <p:nvPicPr>
          <p:cNvPr id="3" name="object 3" descr="Cómo el ejercicio mejora tu cerebro - Hoy Saludabl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6157" y="1207300"/>
            <a:ext cx="8139683" cy="54291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347D-2FA3-63E8-DF1F-89608570B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Marcador de contenido 2">
            <a:extLst>
              <a:ext uri="{FF2B5EF4-FFF2-40B4-BE49-F238E27FC236}">
                <a16:creationId xmlns:a16="http://schemas.microsoft.com/office/drawing/2014/main" id="{4C8BD659-FC77-028A-F0BD-A20678BAF8B3}"/>
              </a:ext>
            </a:extLst>
          </p:cNvPr>
          <p:cNvSpPr txBox="1">
            <a:spLocks/>
          </p:cNvSpPr>
          <p:nvPr/>
        </p:nvSpPr>
        <p:spPr bwMode="auto">
          <a:xfrm>
            <a:off x="1051972" y="102734"/>
            <a:ext cx="8229600" cy="434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MS PGothic" pitchFamily="34" charset="-128"/>
              </a:defRPr>
            </a:lvl9pPr>
          </a:lstStyle>
          <a:p>
            <a:pPr eaLnBrk="1" hangingPunct="1">
              <a:spcBef>
                <a:spcPct val="20000"/>
              </a:spcBef>
              <a:buFont typeface="Arial" charset="0"/>
              <a:buNone/>
            </a:pPr>
            <a:r>
              <a:rPr lang="es-ES" sz="2000" dirty="0">
                <a:solidFill>
                  <a:srgbClr val="EFA82F"/>
                </a:solidFill>
                <a:latin typeface="Arial" charset="0"/>
                <a:cs typeface="Arial" charset="0"/>
              </a:rPr>
              <a:t>EJERCICIOS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4B35313-7152-E963-B515-6534BF6AE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1689" y="0"/>
            <a:ext cx="1180311" cy="1881554"/>
          </a:xfrm>
          <a:prstGeom prst="rect">
            <a:avLst/>
          </a:prstGeom>
        </p:spPr>
      </p:pic>
      <p:sp>
        <p:nvSpPr>
          <p:cNvPr id="2" name="Shape 2">
            <a:extLst>
              <a:ext uri="{FF2B5EF4-FFF2-40B4-BE49-F238E27FC236}">
                <a16:creationId xmlns:a16="http://schemas.microsoft.com/office/drawing/2014/main" id="{52D4260B-E571-9B83-F951-535B92022211}"/>
              </a:ext>
            </a:extLst>
          </p:cNvPr>
          <p:cNvSpPr/>
          <p:nvPr/>
        </p:nvSpPr>
        <p:spPr>
          <a:xfrm>
            <a:off x="347472" y="865632"/>
            <a:ext cx="5145677" cy="649891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D488DF50-DC93-1608-0A6D-B5F75A124F9D}"/>
              </a:ext>
            </a:extLst>
          </p:cNvPr>
          <p:cNvSpPr/>
          <p:nvPr/>
        </p:nvSpPr>
        <p:spPr>
          <a:xfrm>
            <a:off x="347472" y="865632"/>
            <a:ext cx="5145677" cy="6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- BÁSICOS</a:t>
            </a:r>
            <a:endParaRPr lang="en-US" sz="1600" dirty="0"/>
          </a:p>
        </p:txBody>
      </p:sp>
      <p:sp>
        <p:nvSpPr>
          <p:cNvPr id="13" name="Shape 4">
            <a:extLst>
              <a:ext uri="{FF2B5EF4-FFF2-40B4-BE49-F238E27FC236}">
                <a16:creationId xmlns:a16="http://schemas.microsoft.com/office/drawing/2014/main" id="{7C7CDC0B-FB8C-390B-CB89-2CF248838D48}"/>
              </a:ext>
            </a:extLst>
          </p:cNvPr>
          <p:cNvSpPr/>
          <p:nvPr/>
        </p:nvSpPr>
        <p:spPr>
          <a:xfrm>
            <a:off x="347472" y="1569680"/>
            <a:ext cx="5145677" cy="97483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335861FF-E067-0C0C-D104-57F9FD2BE54E}"/>
              </a:ext>
            </a:extLst>
          </p:cNvPr>
          <p:cNvSpPr/>
          <p:nvPr/>
        </p:nvSpPr>
        <p:spPr>
          <a:xfrm>
            <a:off x="489422" y="1881554"/>
            <a:ext cx="4909094" cy="5681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Leer el archivo 'estudiantes.txt' y mostrar el nombre</a:t>
            </a:r>
          </a:p>
          <a:p>
            <a:r>
              <a:rPr lang="es-ES" sz="1400" dirty="0"/>
              <a:t>y la nota de cada estudiante usando referencias a objetos (punteros en Python).</a:t>
            </a:r>
          </a:p>
          <a:p>
            <a:r>
              <a:rPr lang="es-ES" sz="1400" dirty="0"/>
              <a:t>Muestra además la identidad de memoria de cada objeto creado.</a:t>
            </a:r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9C9135C3-405D-FCC4-6B77-A89582EF55F2}"/>
              </a:ext>
            </a:extLst>
          </p:cNvPr>
          <p:cNvSpPr/>
          <p:nvPr/>
        </p:nvSpPr>
        <p:spPr>
          <a:xfrm>
            <a:off x="347472" y="2679910"/>
            <a:ext cx="5145677" cy="97483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19" name="Shape 10">
            <a:extLst>
              <a:ext uri="{FF2B5EF4-FFF2-40B4-BE49-F238E27FC236}">
                <a16:creationId xmlns:a16="http://schemas.microsoft.com/office/drawing/2014/main" id="{C25B0A06-D6B1-144A-77CD-E57D8A0664D6}"/>
              </a:ext>
            </a:extLst>
          </p:cNvPr>
          <p:cNvSpPr/>
          <p:nvPr/>
        </p:nvSpPr>
        <p:spPr>
          <a:xfrm>
            <a:off x="347472" y="3790140"/>
            <a:ext cx="5145677" cy="97483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681F2B7B-DE3D-31A3-B487-3C4A18F1A000}"/>
              </a:ext>
            </a:extLst>
          </p:cNvPr>
          <p:cNvSpPr/>
          <p:nvPr/>
        </p:nvSpPr>
        <p:spPr>
          <a:xfrm>
            <a:off x="347472" y="4900370"/>
            <a:ext cx="5145677" cy="974836"/>
          </a:xfrm>
          <a:prstGeom prst="rect">
            <a:avLst/>
          </a:prstGeom>
          <a:solidFill>
            <a:srgbClr val="E8F5E9"/>
          </a:solidFill>
          <a:ln w="12700">
            <a:solidFill>
              <a:srgbClr val="A5D6A7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26" name="Shape 16">
            <a:extLst>
              <a:ext uri="{FF2B5EF4-FFF2-40B4-BE49-F238E27FC236}">
                <a16:creationId xmlns:a16="http://schemas.microsoft.com/office/drawing/2014/main" id="{323DFA86-4063-E0AE-ECF8-2FF4977998F1}"/>
              </a:ext>
            </a:extLst>
          </p:cNvPr>
          <p:cNvSpPr/>
          <p:nvPr/>
        </p:nvSpPr>
        <p:spPr>
          <a:xfrm>
            <a:off x="6131923" y="865632"/>
            <a:ext cx="5145677" cy="649891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27" name="Text 17">
            <a:extLst>
              <a:ext uri="{FF2B5EF4-FFF2-40B4-BE49-F238E27FC236}">
                <a16:creationId xmlns:a16="http://schemas.microsoft.com/office/drawing/2014/main" id="{31C4A9AD-B673-25FB-88BF-639511BE4D0B}"/>
              </a:ext>
            </a:extLst>
          </p:cNvPr>
          <p:cNvSpPr/>
          <p:nvPr/>
        </p:nvSpPr>
        <p:spPr>
          <a:xfrm>
            <a:off x="6131923" y="865632"/>
            <a:ext cx="5145677" cy="649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EJERCICIOS - INTERMEDIO</a:t>
            </a:r>
            <a:endParaRPr lang="en-US" sz="1600" dirty="0"/>
          </a:p>
        </p:txBody>
      </p:sp>
      <p:sp>
        <p:nvSpPr>
          <p:cNvPr id="28" name="Shape 18">
            <a:extLst>
              <a:ext uri="{FF2B5EF4-FFF2-40B4-BE49-F238E27FC236}">
                <a16:creationId xmlns:a16="http://schemas.microsoft.com/office/drawing/2014/main" id="{05B00F1F-1564-7ACD-1BFC-9ECB2E15AAD5}"/>
              </a:ext>
            </a:extLst>
          </p:cNvPr>
          <p:cNvSpPr/>
          <p:nvPr/>
        </p:nvSpPr>
        <p:spPr>
          <a:xfrm>
            <a:off x="6131923" y="1569680"/>
            <a:ext cx="5145677" cy="9748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C8DED921-C4CF-5BA4-3F52-DDBE0D0E0C54}"/>
              </a:ext>
            </a:extLst>
          </p:cNvPr>
          <p:cNvSpPr/>
          <p:nvPr/>
        </p:nvSpPr>
        <p:spPr>
          <a:xfrm>
            <a:off x="6131923" y="2679910"/>
            <a:ext cx="5145677" cy="9748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91D602DC-04B8-3B07-3E65-4FF7F7F2078E}"/>
              </a:ext>
            </a:extLst>
          </p:cNvPr>
          <p:cNvSpPr/>
          <p:nvPr/>
        </p:nvSpPr>
        <p:spPr>
          <a:xfrm>
            <a:off x="6131923" y="3790140"/>
            <a:ext cx="5145677" cy="9748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37" name="Shape 27">
            <a:extLst>
              <a:ext uri="{FF2B5EF4-FFF2-40B4-BE49-F238E27FC236}">
                <a16:creationId xmlns:a16="http://schemas.microsoft.com/office/drawing/2014/main" id="{99B06990-90F2-FC63-6827-4596BE0A8DB8}"/>
              </a:ext>
            </a:extLst>
          </p:cNvPr>
          <p:cNvSpPr/>
          <p:nvPr/>
        </p:nvSpPr>
        <p:spPr>
          <a:xfrm>
            <a:off x="6131923" y="4900370"/>
            <a:ext cx="5145677" cy="9748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CC80"/>
            </a:solidFill>
            <a:prstDash val="solid"/>
          </a:ln>
        </p:spPr>
        <p:txBody>
          <a:bodyPr/>
          <a:lstStyle/>
          <a:p>
            <a:endParaRPr lang="es-PE" sz="1600"/>
          </a:p>
        </p:txBody>
      </p:sp>
      <p:sp>
        <p:nvSpPr>
          <p:cNvPr id="4" name="Text 6">
            <a:extLst>
              <a:ext uri="{FF2B5EF4-FFF2-40B4-BE49-F238E27FC236}">
                <a16:creationId xmlns:a16="http://schemas.microsoft.com/office/drawing/2014/main" id="{AE062219-1288-0163-59F1-3D094546370E}"/>
              </a:ext>
            </a:extLst>
          </p:cNvPr>
          <p:cNvSpPr/>
          <p:nvPr/>
        </p:nvSpPr>
        <p:spPr>
          <a:xfrm>
            <a:off x="483326" y="2821603"/>
            <a:ext cx="4909094" cy="6914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Crear un archivo de texto llamado 'notas_nuevas.txt'</a:t>
            </a:r>
          </a:p>
          <a:p>
            <a:r>
              <a:rPr lang="es-ES" sz="1400" dirty="0"/>
              <a:t>y escribir en él los nombres de los estudiantes con notas &gt;= 8.5.</a:t>
            </a:r>
          </a:p>
          <a:p>
            <a:r>
              <a:rPr lang="es-ES" sz="1400" dirty="0"/>
              <a:t>Usar referencias explícitas para manipular los datos.</a:t>
            </a:r>
          </a:p>
        </p:txBody>
      </p:sp>
      <p:sp>
        <p:nvSpPr>
          <p:cNvPr id="5" name="Text 6">
            <a:extLst>
              <a:ext uri="{FF2B5EF4-FFF2-40B4-BE49-F238E27FC236}">
                <a16:creationId xmlns:a16="http://schemas.microsoft.com/office/drawing/2014/main" id="{63CA0553-446B-246B-7CCD-FA84F6750F95}"/>
              </a:ext>
            </a:extLst>
          </p:cNvPr>
          <p:cNvSpPr/>
          <p:nvPr/>
        </p:nvSpPr>
        <p:spPr>
          <a:xfrm>
            <a:off x="489422" y="4940988"/>
            <a:ext cx="4909094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Escribir y leer un archivo binario que almacene</a:t>
            </a:r>
          </a:p>
          <a:p>
            <a:r>
              <a:rPr lang="es-ES" sz="1400" dirty="0"/>
              <a:t>5 números enteros usando el módulo '</a:t>
            </a:r>
            <a:r>
              <a:rPr lang="es-ES" sz="1400" dirty="0" err="1"/>
              <a:t>struct</a:t>
            </a:r>
            <a:r>
              <a:rPr lang="es-ES" sz="1400" dirty="0"/>
              <a:t>'.</a:t>
            </a:r>
          </a:p>
          <a:p>
            <a:r>
              <a:rPr lang="es-ES" sz="1400" dirty="0"/>
              <a:t>Verificar que los datos escritos y leídos sean idénticos.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4E8AE06-6CAE-49E8-C8B4-9FEF10B116ED}"/>
              </a:ext>
            </a:extLst>
          </p:cNvPr>
          <p:cNvSpPr/>
          <p:nvPr/>
        </p:nvSpPr>
        <p:spPr>
          <a:xfrm>
            <a:off x="465763" y="3857837"/>
            <a:ext cx="4909094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Leer 'registro_sistema.log' y contar cuántos mensajes</a:t>
            </a:r>
          </a:p>
          <a:p>
            <a:r>
              <a:rPr lang="es-ES" sz="1400" dirty="0"/>
              <a:t>hay de cada tipo: INFO, WARNING, ERROR. Mostrar el resumen.</a:t>
            </a:r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E47C31D-B974-C722-C2F4-E27C44C3F80D}"/>
              </a:ext>
            </a:extLst>
          </p:cNvPr>
          <p:cNvSpPr/>
          <p:nvPr/>
        </p:nvSpPr>
        <p:spPr>
          <a:xfrm>
            <a:off x="6250214" y="1626229"/>
            <a:ext cx="4909094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Leer 'inventario.txt', calcular el valor total de cada</a:t>
            </a:r>
          </a:p>
          <a:p>
            <a:r>
              <a:rPr lang="es-ES" sz="1400" dirty="0"/>
              <a:t>producto (precio * cantidad) y crear un nuevo archivo 'reporte_inventario.txt'</a:t>
            </a:r>
          </a:p>
          <a:p>
            <a:r>
              <a:rPr lang="es-ES" sz="1400" dirty="0"/>
              <a:t>con los productos ordenados de mayor a menor valor total.</a:t>
            </a:r>
          </a:p>
          <a:p>
            <a:endParaRPr lang="es-ES" sz="1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AD97E0-7788-E1FA-E1F9-BDB7BF350E29}"/>
              </a:ext>
            </a:extLst>
          </p:cNvPr>
          <p:cNvSpPr/>
          <p:nvPr/>
        </p:nvSpPr>
        <p:spPr>
          <a:xfrm>
            <a:off x="6191068" y="2747607"/>
            <a:ext cx="4909094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Crear una función que permita agregar nuevos registros</a:t>
            </a:r>
          </a:p>
          <a:p>
            <a:r>
              <a:rPr lang="es-ES" sz="1400" dirty="0"/>
              <a:t># al archivo 'estudiantes.txt' sin borrar los existentes (modo </a:t>
            </a:r>
            <a:r>
              <a:rPr lang="es-ES" sz="1400" dirty="0" err="1"/>
              <a:t>append</a:t>
            </a:r>
            <a:r>
              <a:rPr lang="es-ES" sz="1400" dirty="0"/>
              <a:t>),</a:t>
            </a:r>
          </a:p>
          <a:p>
            <a:r>
              <a:rPr lang="es-ES" sz="1400" dirty="0"/>
              <a:t># luego mostrar todos los registros actualizados.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1855B4D-5D3D-43F1-F03C-F79BDF2F5AE3}"/>
              </a:ext>
            </a:extLst>
          </p:cNvPr>
          <p:cNvSpPr/>
          <p:nvPr/>
        </p:nvSpPr>
        <p:spPr>
          <a:xfrm>
            <a:off x="6191068" y="3829841"/>
            <a:ext cx="5145676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Leer un archivo de texto, buscar y reemplazar una palabra</a:t>
            </a:r>
          </a:p>
          <a:p>
            <a:r>
              <a:rPr lang="es-ES" sz="1400" dirty="0"/>
              <a:t>específica en todo el archivo, luego guardar el resultado.</a:t>
            </a:r>
          </a:p>
          <a:p>
            <a:r>
              <a:rPr lang="es-ES" sz="1400" dirty="0"/>
              <a:t>Usar el módulo os para manejar archivos temporales de forma segura.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67078F9E-4ACF-AEDA-2958-32528EC62F7F}"/>
              </a:ext>
            </a:extLst>
          </p:cNvPr>
          <p:cNvSpPr/>
          <p:nvPr/>
        </p:nvSpPr>
        <p:spPr>
          <a:xfrm>
            <a:off x="6152676" y="4940988"/>
            <a:ext cx="5145675" cy="8394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1400" dirty="0"/>
              <a:t>Enunciado: Crear y manipular un archivo binario que almacene</a:t>
            </a:r>
          </a:p>
          <a:p>
            <a:r>
              <a:rPr lang="es-ES" sz="1400" dirty="0"/>
              <a:t>registros de una estructura de datos (nombre + puntaje) usando </a:t>
            </a:r>
            <a:r>
              <a:rPr lang="es-ES" sz="1400" dirty="0" err="1"/>
              <a:t>struct</a:t>
            </a:r>
            <a:r>
              <a:rPr lang="es-ES" sz="1400" dirty="0"/>
              <a:t>.</a:t>
            </a:r>
          </a:p>
          <a:p>
            <a:r>
              <a:rPr lang="es-ES" sz="1400" dirty="0"/>
              <a:t>Implementar funciones para escribir, leer un registro por índice y listar todos.</a:t>
            </a:r>
          </a:p>
        </p:txBody>
      </p:sp>
    </p:spTree>
    <p:extLst>
      <p:ext uri="{BB962C8B-B14F-4D97-AF65-F5344CB8AC3E}">
        <p14:creationId xmlns:p14="http://schemas.microsoft.com/office/powerpoint/2010/main" val="15851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13232" y="172021"/>
            <a:ext cx="183578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s-US" spc="-10" dirty="0"/>
              <a:t>EJERCICIOS:</a:t>
            </a:r>
            <a:endParaRPr spc="-1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8453999-00EE-612A-D81A-8BB3D523C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47464"/>
            <a:ext cx="8991600" cy="109552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DDF18BB-8859-E06F-3D7A-362192D06F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1881504"/>
            <a:ext cx="8735568" cy="43725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18E127F-BFE5-C0EF-EB3B-A25404A0C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04800"/>
            <a:ext cx="7467600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82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CFB9C96-3A5E-6377-47BC-461280430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18" y="1447800"/>
            <a:ext cx="10607643" cy="52501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19CE9D1-A5B2-E004-1205-A08DE8ADA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-762000"/>
            <a:ext cx="7696200" cy="203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74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E1AC475-2FC4-E8A2-CA01-7C4C8AFAEE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81000"/>
            <a:ext cx="9774245" cy="790685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9C48291-C3A9-ED5A-574A-E55D762500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528" y="1447800"/>
            <a:ext cx="4800600" cy="2676899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CB86AD21-1BA4-6029-A329-368AEB5FE4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411224"/>
            <a:ext cx="3733800" cy="3600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90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FD2A6B2-322C-2F16-4275-E3DF77D04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228600"/>
            <a:ext cx="7848600" cy="9526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F1DACCD-442F-3C18-7C9A-6A7C0574FCF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77" t="4286" r="27692" b="8572"/>
          <a:stretch/>
        </p:blipFill>
        <p:spPr>
          <a:xfrm>
            <a:off x="1066800" y="1524000"/>
            <a:ext cx="9296400" cy="464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1488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90DCE4F-9B82-A4D4-7FA9-50DC823504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421" y="1881504"/>
            <a:ext cx="99060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4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A629C95-31C1-2527-2ADE-0E461129C7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8600"/>
            <a:ext cx="8001000" cy="85737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4FE1682-5D6F-05CD-5795-51EDE6FB13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50" y="1524000"/>
            <a:ext cx="86487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481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31CCF51-BBD2-5515-154E-38927FF65C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600" y="533400"/>
            <a:ext cx="5715000" cy="16764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2959F30-C816-4684-E5A3-9E4222C60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6074" y="2990788"/>
            <a:ext cx="6639852" cy="158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72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6857460C-443B-7D0E-3CFC-84284EAC2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6096"/>
            <a:ext cx="5220461" cy="104789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434BBD4-B398-0844-065A-319727A585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874"/>
          <a:stretch/>
        </p:blipFill>
        <p:spPr>
          <a:xfrm>
            <a:off x="1148333" y="1053992"/>
            <a:ext cx="9863328" cy="579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9794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1633DA9-F382-0299-D74C-ACE519E8F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2209800"/>
            <a:ext cx="11125200" cy="1386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452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033F80FF-3A38-7736-C1F6-BA9BB7C338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228600"/>
            <a:ext cx="6248400" cy="10097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55B143E-6171-12B3-56BA-8899401E2A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61" y="1238391"/>
            <a:ext cx="10744200" cy="525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0756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B9DDEA9F-11FD-0CCC-C7A3-ADA87490F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4370"/>
            <a:ext cx="9616266" cy="353426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311605D-EAF9-37A8-07B5-A7DE4AB19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3648638"/>
            <a:ext cx="3429479" cy="307060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EE0A119-6226-4366-B18F-06651738F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046" y="3721186"/>
            <a:ext cx="3124636" cy="307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081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EDD9DD3-1286-1E6F-0DB4-1FC3854BA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0" y="76200"/>
            <a:ext cx="6019800" cy="98121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22AE68-C444-E520-1617-45C1082FF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2506" y="1057412"/>
            <a:ext cx="9726988" cy="5724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534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F3EF8550-655D-D248-654F-2C3EB0F4A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04800"/>
            <a:ext cx="8926171" cy="9526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05324DE-7361-8E21-E3B2-C98FC0C4F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2636" y="2114366"/>
            <a:ext cx="4495800" cy="262926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D2C7019-4D71-2E24-149E-F262EA85E5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2209800"/>
            <a:ext cx="5258534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999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88DF0090-1374-4F27-5FCD-C01FBA635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228600"/>
            <a:ext cx="6019800" cy="100979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5A60655-0FEF-0D44-21B0-0FFDEDB09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1238391"/>
            <a:ext cx="10159214" cy="553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6052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34D9707-9DA9-DC23-7C5D-509D91A3BD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1" y="0"/>
            <a:ext cx="89154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4294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011661" y="0"/>
            <a:ext cx="1180312" cy="18815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B528EC2-C448-C3C6-530A-BF8B4D762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958278"/>
            <a:ext cx="6029325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77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28213" y="2715844"/>
            <a:ext cx="5739130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spc="-10" dirty="0">
                <a:solidFill>
                  <a:srgbClr val="272727"/>
                </a:solidFill>
              </a:rPr>
              <a:t>¡GRACIAS!</a:t>
            </a:r>
            <a:endParaRPr sz="8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8D1D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228</TotalTime>
  <Words>352</Words>
  <Application>Microsoft Office PowerPoint</Application>
  <PresentationFormat>Panorámica</PresentationFormat>
  <Paragraphs>39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Arial MT</vt:lpstr>
      <vt:lpstr>Calibri</vt:lpstr>
      <vt:lpstr>Wingdings</vt:lpstr>
      <vt:lpstr>Office Theme</vt:lpstr>
      <vt:lpstr>Presentación de PowerPoint</vt:lpstr>
      <vt:lpstr>PUNTEROS, REFERENCIAS Y MANEJO DE ARCHIVOS</vt:lpstr>
      <vt:lpstr>GRUPO 2</vt:lpstr>
      <vt:lpstr>EJERCICIOS</vt:lpstr>
      <vt:lpstr>Presentación de PowerPoint</vt:lpstr>
      <vt:lpstr>EJERCICIOS: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¡GRACIAS!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.</dc:creator>
  <cp:lastModifiedBy>JUAN CARLOS ALVAREZ AYALA</cp:lastModifiedBy>
  <cp:revision>6</cp:revision>
  <dcterms:created xsi:type="dcterms:W3CDTF">2026-05-20T03:35:41Z</dcterms:created>
  <dcterms:modified xsi:type="dcterms:W3CDTF">2026-06-10T04:34:31Z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2026-05-11T00:00:00Z</vt:filetime>
  </property>
  <property fmtid="{D5CDD505-2E9C-101B-9397-08002B2CF9AE}" pid="4" name="Creator">
    <vt:lpwstr>Microsoft® PowerPoint® para Microsoft 365</vt:lpwstr>
  </property>
  <property fmtid="{D5CDD505-2E9C-101B-9397-08002B2CF9AE}" pid="5" name="LastSaved">
    <vt:filetime>2026-05-20T00:00:00Z</vt:filetime>
  </property>
  <property fmtid="{D5CDD505-2E9C-101B-9397-08002B2CF9AE}" pid="6" name="Producer">
    <vt:lpwstr>Microsoft® PowerPoint® para Microsoft 365</vt:lpwstr>
  </property>
</Properties>
</file>