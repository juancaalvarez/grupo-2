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5" r:id="rId3"/>
    <p:sldId id="275" r:id="rId4"/>
    <p:sldId id="267" r:id="rId5"/>
    <p:sldId id="273" r:id="rId6"/>
    <p:sldId id="276" r:id="rId7"/>
    <p:sldId id="279" r:id="rId8"/>
    <p:sldId id="278" r:id="rId9"/>
    <p:sldId id="284" r:id="rId10"/>
    <p:sldId id="283" r:id="rId11"/>
    <p:sldId id="282" r:id="rId12"/>
    <p:sldId id="281" r:id="rId13"/>
    <p:sldId id="287" r:id="rId14"/>
    <p:sldId id="280" r:id="rId15"/>
    <p:sldId id="277" r:id="rId16"/>
    <p:sldId id="286" r:id="rId17"/>
    <p:sldId id="288" r:id="rId18"/>
    <p:sldId id="289" r:id="rId19"/>
    <p:sldId id="290" r:id="rId20"/>
    <p:sldId id="274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5150"/>
            <a:ext cx="313417" cy="7143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0214" y="5834725"/>
            <a:ext cx="2931032" cy="8998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51253" y="2573477"/>
            <a:ext cx="8889492" cy="133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A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2600" y="237401"/>
            <a:ext cx="279400" cy="80717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12600" y="1244091"/>
            <a:ext cx="279400" cy="47625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54893" y="275513"/>
            <a:ext cx="658088" cy="79560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11662" y="0"/>
            <a:ext cx="1180312" cy="18815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24869" y="304800"/>
            <a:ext cx="635000" cy="6572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912600" y="460375"/>
            <a:ext cx="279400" cy="4762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0909" y="127838"/>
            <a:ext cx="4648835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17394" y="2455621"/>
            <a:ext cx="7614284" cy="181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2268" y="1565363"/>
            <a:ext cx="6410960" cy="3716020"/>
          </a:xfrm>
          <a:custGeom>
            <a:avLst/>
            <a:gdLst/>
            <a:ahLst/>
            <a:cxnLst/>
            <a:rect l="l" t="t" r="r" b="b"/>
            <a:pathLst>
              <a:path w="6410959" h="3716020">
                <a:moveTo>
                  <a:pt x="1352613" y="3709759"/>
                </a:moveTo>
                <a:lnTo>
                  <a:pt x="1352600" y="38"/>
                </a:lnTo>
                <a:lnTo>
                  <a:pt x="972896" y="38"/>
                </a:lnTo>
                <a:lnTo>
                  <a:pt x="951826" y="29959"/>
                </a:lnTo>
                <a:lnTo>
                  <a:pt x="922528" y="70510"/>
                </a:lnTo>
                <a:lnTo>
                  <a:pt x="892721" y="110693"/>
                </a:lnTo>
                <a:lnTo>
                  <a:pt x="862431" y="150495"/>
                </a:lnTo>
                <a:lnTo>
                  <a:pt x="831646" y="189928"/>
                </a:lnTo>
                <a:lnTo>
                  <a:pt x="800366" y="228968"/>
                </a:lnTo>
                <a:lnTo>
                  <a:pt x="768616" y="267614"/>
                </a:lnTo>
                <a:lnTo>
                  <a:pt x="736384" y="305866"/>
                </a:lnTo>
                <a:lnTo>
                  <a:pt x="703668" y="343700"/>
                </a:lnTo>
                <a:lnTo>
                  <a:pt x="670483" y="381114"/>
                </a:lnTo>
                <a:lnTo>
                  <a:pt x="636816" y="418096"/>
                </a:lnTo>
                <a:lnTo>
                  <a:pt x="602691" y="454660"/>
                </a:lnTo>
                <a:lnTo>
                  <a:pt x="568096" y="490778"/>
                </a:lnTo>
                <a:lnTo>
                  <a:pt x="533031" y="526453"/>
                </a:lnTo>
                <a:lnTo>
                  <a:pt x="497509" y="561670"/>
                </a:lnTo>
                <a:lnTo>
                  <a:pt x="461543" y="596417"/>
                </a:lnTo>
                <a:lnTo>
                  <a:pt x="425107" y="630707"/>
                </a:lnTo>
                <a:lnTo>
                  <a:pt x="388366" y="664387"/>
                </a:lnTo>
                <a:lnTo>
                  <a:pt x="351269" y="697636"/>
                </a:lnTo>
                <a:lnTo>
                  <a:pt x="313791" y="730440"/>
                </a:lnTo>
                <a:lnTo>
                  <a:pt x="275932" y="762787"/>
                </a:lnTo>
                <a:lnTo>
                  <a:pt x="237705" y="794677"/>
                </a:lnTo>
                <a:lnTo>
                  <a:pt x="199085" y="826096"/>
                </a:lnTo>
                <a:lnTo>
                  <a:pt x="160083" y="857034"/>
                </a:lnTo>
                <a:lnTo>
                  <a:pt x="120675" y="887463"/>
                </a:lnTo>
                <a:lnTo>
                  <a:pt x="80860" y="917409"/>
                </a:lnTo>
                <a:lnTo>
                  <a:pt x="40640" y="946823"/>
                </a:lnTo>
                <a:lnTo>
                  <a:pt x="0" y="975728"/>
                </a:lnTo>
                <a:lnTo>
                  <a:pt x="0" y="1590687"/>
                </a:lnTo>
                <a:lnTo>
                  <a:pt x="42621" y="1565135"/>
                </a:lnTo>
                <a:lnTo>
                  <a:pt x="84963" y="1539138"/>
                </a:lnTo>
                <a:lnTo>
                  <a:pt x="127012" y="1512684"/>
                </a:lnTo>
                <a:lnTo>
                  <a:pt x="168770" y="1485798"/>
                </a:lnTo>
                <a:lnTo>
                  <a:pt x="210235" y="1458468"/>
                </a:lnTo>
                <a:lnTo>
                  <a:pt x="251396" y="1430693"/>
                </a:lnTo>
                <a:lnTo>
                  <a:pt x="292252" y="1402486"/>
                </a:lnTo>
                <a:lnTo>
                  <a:pt x="332790" y="1373847"/>
                </a:lnTo>
                <a:lnTo>
                  <a:pt x="372999" y="1344777"/>
                </a:lnTo>
                <a:lnTo>
                  <a:pt x="412877" y="1315275"/>
                </a:lnTo>
                <a:lnTo>
                  <a:pt x="452424" y="1285354"/>
                </a:lnTo>
                <a:lnTo>
                  <a:pt x="491629" y="1255014"/>
                </a:lnTo>
                <a:lnTo>
                  <a:pt x="530491" y="1224241"/>
                </a:lnTo>
                <a:lnTo>
                  <a:pt x="568998" y="1193063"/>
                </a:lnTo>
                <a:lnTo>
                  <a:pt x="607136" y="1161478"/>
                </a:lnTo>
                <a:lnTo>
                  <a:pt x="644918" y="1129474"/>
                </a:lnTo>
                <a:lnTo>
                  <a:pt x="682320" y="1097064"/>
                </a:lnTo>
                <a:lnTo>
                  <a:pt x="719353" y="1064260"/>
                </a:lnTo>
                <a:lnTo>
                  <a:pt x="755992" y="1031036"/>
                </a:lnTo>
                <a:lnTo>
                  <a:pt x="807948" y="982954"/>
                </a:lnTo>
                <a:lnTo>
                  <a:pt x="807948" y="3709759"/>
                </a:lnTo>
                <a:lnTo>
                  <a:pt x="1352613" y="3709759"/>
                </a:lnTo>
                <a:close/>
              </a:path>
              <a:path w="6410959" h="3716020">
                <a:moveTo>
                  <a:pt x="2906839" y="975728"/>
                </a:moveTo>
                <a:lnTo>
                  <a:pt x="2866186" y="946823"/>
                </a:lnTo>
                <a:lnTo>
                  <a:pt x="2825902" y="917409"/>
                </a:lnTo>
                <a:lnTo>
                  <a:pt x="2785973" y="887463"/>
                </a:lnTo>
                <a:lnTo>
                  <a:pt x="2746425" y="857034"/>
                </a:lnTo>
                <a:lnTo>
                  <a:pt x="2707259" y="826096"/>
                </a:lnTo>
                <a:lnTo>
                  <a:pt x="2668486" y="794677"/>
                </a:lnTo>
                <a:lnTo>
                  <a:pt x="2630093" y="762787"/>
                </a:lnTo>
                <a:lnTo>
                  <a:pt x="2592095" y="730440"/>
                </a:lnTo>
                <a:lnTo>
                  <a:pt x="2554490" y="697636"/>
                </a:lnTo>
                <a:lnTo>
                  <a:pt x="2517305" y="664387"/>
                </a:lnTo>
                <a:lnTo>
                  <a:pt x="2480513" y="630707"/>
                </a:lnTo>
                <a:lnTo>
                  <a:pt x="2444292" y="596417"/>
                </a:lnTo>
                <a:lnTo>
                  <a:pt x="2408478" y="561670"/>
                </a:lnTo>
                <a:lnTo>
                  <a:pt x="2373071" y="526453"/>
                </a:lnTo>
                <a:lnTo>
                  <a:pt x="2338082" y="490778"/>
                </a:lnTo>
                <a:lnTo>
                  <a:pt x="2303526" y="454660"/>
                </a:lnTo>
                <a:lnTo>
                  <a:pt x="2269413" y="418096"/>
                </a:lnTo>
                <a:lnTo>
                  <a:pt x="2235733" y="381114"/>
                </a:lnTo>
                <a:lnTo>
                  <a:pt x="2202510" y="343700"/>
                </a:lnTo>
                <a:lnTo>
                  <a:pt x="2169744" y="305866"/>
                </a:lnTo>
                <a:lnTo>
                  <a:pt x="2137448" y="267614"/>
                </a:lnTo>
                <a:lnTo>
                  <a:pt x="2105622" y="228968"/>
                </a:lnTo>
                <a:lnTo>
                  <a:pt x="2074278" y="189928"/>
                </a:lnTo>
                <a:lnTo>
                  <a:pt x="2043430" y="150495"/>
                </a:lnTo>
                <a:lnTo>
                  <a:pt x="2013077" y="110693"/>
                </a:lnTo>
                <a:lnTo>
                  <a:pt x="1983219" y="70510"/>
                </a:lnTo>
                <a:lnTo>
                  <a:pt x="1953882" y="29959"/>
                </a:lnTo>
                <a:lnTo>
                  <a:pt x="1932800" y="25"/>
                </a:lnTo>
                <a:lnTo>
                  <a:pt x="1554289" y="25"/>
                </a:lnTo>
                <a:lnTo>
                  <a:pt x="1554289" y="3709759"/>
                </a:lnTo>
                <a:lnTo>
                  <a:pt x="2098954" y="3709759"/>
                </a:lnTo>
                <a:lnTo>
                  <a:pt x="2098954" y="982954"/>
                </a:lnTo>
                <a:lnTo>
                  <a:pt x="2150808" y="1031036"/>
                </a:lnTo>
                <a:lnTo>
                  <a:pt x="2187435" y="1064260"/>
                </a:lnTo>
                <a:lnTo>
                  <a:pt x="2224430" y="1097064"/>
                </a:lnTo>
                <a:lnTo>
                  <a:pt x="2261781" y="1129474"/>
                </a:lnTo>
                <a:lnTo>
                  <a:pt x="2299512" y="1161478"/>
                </a:lnTo>
                <a:lnTo>
                  <a:pt x="2337600" y="1193063"/>
                </a:lnTo>
                <a:lnTo>
                  <a:pt x="2376043" y="1224241"/>
                </a:lnTo>
                <a:lnTo>
                  <a:pt x="2414841" y="1255014"/>
                </a:lnTo>
                <a:lnTo>
                  <a:pt x="2453995" y="1285354"/>
                </a:lnTo>
                <a:lnTo>
                  <a:pt x="2493492" y="1315275"/>
                </a:lnTo>
                <a:lnTo>
                  <a:pt x="2533345" y="1344777"/>
                </a:lnTo>
                <a:lnTo>
                  <a:pt x="2573528" y="1373847"/>
                </a:lnTo>
                <a:lnTo>
                  <a:pt x="2614053" y="1402486"/>
                </a:lnTo>
                <a:lnTo>
                  <a:pt x="2654897" y="1430693"/>
                </a:lnTo>
                <a:lnTo>
                  <a:pt x="2696083" y="1458468"/>
                </a:lnTo>
                <a:lnTo>
                  <a:pt x="2737599" y="1485798"/>
                </a:lnTo>
                <a:lnTo>
                  <a:pt x="2779433" y="1512684"/>
                </a:lnTo>
                <a:lnTo>
                  <a:pt x="2821584" y="1539138"/>
                </a:lnTo>
                <a:lnTo>
                  <a:pt x="2864066" y="1565135"/>
                </a:lnTo>
                <a:lnTo>
                  <a:pt x="2906839" y="1590687"/>
                </a:lnTo>
                <a:lnTo>
                  <a:pt x="2906839" y="975728"/>
                </a:lnTo>
                <a:close/>
              </a:path>
              <a:path w="6410959" h="3716020">
                <a:moveTo>
                  <a:pt x="3607346" y="2759392"/>
                </a:moveTo>
                <a:lnTo>
                  <a:pt x="3601440" y="2717190"/>
                </a:lnTo>
                <a:lnTo>
                  <a:pt x="3579533" y="2677693"/>
                </a:lnTo>
                <a:lnTo>
                  <a:pt x="3543096" y="2658326"/>
                </a:lnTo>
                <a:lnTo>
                  <a:pt x="3531197" y="2656929"/>
                </a:lnTo>
                <a:lnTo>
                  <a:pt x="3531197" y="2761805"/>
                </a:lnTo>
                <a:lnTo>
                  <a:pt x="3531197" y="2830550"/>
                </a:lnTo>
                <a:lnTo>
                  <a:pt x="3528466" y="2850438"/>
                </a:lnTo>
                <a:lnTo>
                  <a:pt x="3520186" y="2864789"/>
                </a:lnTo>
                <a:lnTo>
                  <a:pt x="3506266" y="2873476"/>
                </a:lnTo>
                <a:lnTo>
                  <a:pt x="3486594" y="2876397"/>
                </a:lnTo>
                <a:lnTo>
                  <a:pt x="3452787" y="2876397"/>
                </a:lnTo>
                <a:lnTo>
                  <a:pt x="3452787" y="2717190"/>
                </a:lnTo>
                <a:lnTo>
                  <a:pt x="3486594" y="2717190"/>
                </a:lnTo>
                <a:lnTo>
                  <a:pt x="3506813" y="2719590"/>
                </a:lnTo>
                <a:lnTo>
                  <a:pt x="3520668" y="2727287"/>
                </a:lnTo>
                <a:lnTo>
                  <a:pt x="3528644" y="2741104"/>
                </a:lnTo>
                <a:lnTo>
                  <a:pt x="3531197" y="2761805"/>
                </a:lnTo>
                <a:lnTo>
                  <a:pt x="3531197" y="2656929"/>
                </a:lnTo>
                <a:lnTo>
                  <a:pt x="3490137" y="2652064"/>
                </a:lnTo>
                <a:lnTo>
                  <a:pt x="3377920" y="2652064"/>
                </a:lnTo>
                <a:lnTo>
                  <a:pt x="3377920" y="3076587"/>
                </a:lnTo>
                <a:lnTo>
                  <a:pt x="3452787" y="3076587"/>
                </a:lnTo>
                <a:lnTo>
                  <a:pt x="3452787" y="2943936"/>
                </a:lnTo>
                <a:lnTo>
                  <a:pt x="3491433" y="2943936"/>
                </a:lnTo>
                <a:lnTo>
                  <a:pt x="3544189" y="2936240"/>
                </a:lnTo>
                <a:lnTo>
                  <a:pt x="3580180" y="2914078"/>
                </a:lnTo>
                <a:lnTo>
                  <a:pt x="3600780" y="2878798"/>
                </a:lnTo>
                <a:lnTo>
                  <a:pt x="3607346" y="2831757"/>
                </a:lnTo>
                <a:lnTo>
                  <a:pt x="3607346" y="2759392"/>
                </a:lnTo>
                <a:close/>
              </a:path>
              <a:path w="6410959" h="3716020">
                <a:moveTo>
                  <a:pt x="3607346" y="2021230"/>
                </a:moveTo>
                <a:lnTo>
                  <a:pt x="3530066" y="2021230"/>
                </a:lnTo>
                <a:lnTo>
                  <a:pt x="3530066" y="2320404"/>
                </a:lnTo>
                <a:lnTo>
                  <a:pt x="3527933" y="2346566"/>
                </a:lnTo>
                <a:lnTo>
                  <a:pt x="3521138" y="2364130"/>
                </a:lnTo>
                <a:lnTo>
                  <a:pt x="3509149" y="2373998"/>
                </a:lnTo>
                <a:lnTo>
                  <a:pt x="3491433" y="2377097"/>
                </a:lnTo>
                <a:lnTo>
                  <a:pt x="3473640" y="2373998"/>
                </a:lnTo>
                <a:lnTo>
                  <a:pt x="3461664" y="2364130"/>
                </a:lnTo>
                <a:lnTo>
                  <a:pt x="3454908" y="2346566"/>
                </a:lnTo>
                <a:lnTo>
                  <a:pt x="3452787" y="2320404"/>
                </a:lnTo>
                <a:lnTo>
                  <a:pt x="3452787" y="2021230"/>
                </a:lnTo>
                <a:lnTo>
                  <a:pt x="3375507" y="2021230"/>
                </a:lnTo>
                <a:lnTo>
                  <a:pt x="3375507" y="2325230"/>
                </a:lnTo>
                <a:lnTo>
                  <a:pt x="3382759" y="2382151"/>
                </a:lnTo>
                <a:lnTo>
                  <a:pt x="3404489" y="2421559"/>
                </a:lnTo>
                <a:lnTo>
                  <a:pt x="3440722" y="2444458"/>
                </a:lnTo>
                <a:lnTo>
                  <a:pt x="3491433" y="2451874"/>
                </a:lnTo>
                <a:lnTo>
                  <a:pt x="3541128" y="2444458"/>
                </a:lnTo>
                <a:lnTo>
                  <a:pt x="3577463" y="2421559"/>
                </a:lnTo>
                <a:lnTo>
                  <a:pt x="3599764" y="2382151"/>
                </a:lnTo>
                <a:lnTo>
                  <a:pt x="3607346" y="2325230"/>
                </a:lnTo>
                <a:lnTo>
                  <a:pt x="3607346" y="2021230"/>
                </a:lnTo>
                <a:close/>
              </a:path>
              <a:path w="6410959" h="3716020">
                <a:moveTo>
                  <a:pt x="3614597" y="3410661"/>
                </a:moveTo>
                <a:lnTo>
                  <a:pt x="3610394" y="3369881"/>
                </a:lnTo>
                <a:lnTo>
                  <a:pt x="3603028" y="3350374"/>
                </a:lnTo>
                <a:lnTo>
                  <a:pt x="3598253" y="3337699"/>
                </a:lnTo>
                <a:lnTo>
                  <a:pt x="3578872" y="3313658"/>
                </a:lnTo>
                <a:lnTo>
                  <a:pt x="3552926" y="3297301"/>
                </a:lnTo>
                <a:lnTo>
                  <a:pt x="3537991" y="3291662"/>
                </a:lnTo>
                <a:lnTo>
                  <a:pt x="3534905" y="3290862"/>
                </a:lnTo>
                <a:lnTo>
                  <a:pt x="3534905" y="3415487"/>
                </a:lnTo>
                <a:lnTo>
                  <a:pt x="3534905" y="3575888"/>
                </a:lnTo>
                <a:lnTo>
                  <a:pt x="3521735" y="3625646"/>
                </a:lnTo>
                <a:lnTo>
                  <a:pt x="3484181" y="3641013"/>
                </a:lnTo>
                <a:lnTo>
                  <a:pt x="3453917" y="3641013"/>
                </a:lnTo>
                <a:lnTo>
                  <a:pt x="3453917" y="3350374"/>
                </a:lnTo>
                <a:lnTo>
                  <a:pt x="3482898" y="3350374"/>
                </a:lnTo>
                <a:lnTo>
                  <a:pt x="3504806" y="3353930"/>
                </a:lnTo>
                <a:lnTo>
                  <a:pt x="3521151" y="3365296"/>
                </a:lnTo>
                <a:lnTo>
                  <a:pt x="3531374" y="3385464"/>
                </a:lnTo>
                <a:lnTo>
                  <a:pt x="3534905" y="3415487"/>
                </a:lnTo>
                <a:lnTo>
                  <a:pt x="3534905" y="3290862"/>
                </a:lnTo>
                <a:lnTo>
                  <a:pt x="3522141" y="3287496"/>
                </a:lnTo>
                <a:lnTo>
                  <a:pt x="3505390" y="3284918"/>
                </a:lnTo>
                <a:lnTo>
                  <a:pt x="3487724" y="3284029"/>
                </a:lnTo>
                <a:lnTo>
                  <a:pt x="3377920" y="3284029"/>
                </a:lnTo>
                <a:lnTo>
                  <a:pt x="3377920" y="3708552"/>
                </a:lnTo>
                <a:lnTo>
                  <a:pt x="3486594" y="3708552"/>
                </a:lnTo>
                <a:lnTo>
                  <a:pt x="3552952" y="3695446"/>
                </a:lnTo>
                <a:lnTo>
                  <a:pt x="3597694" y="3654285"/>
                </a:lnTo>
                <a:lnTo>
                  <a:pt x="3613645" y="3604425"/>
                </a:lnTo>
                <a:lnTo>
                  <a:pt x="3614597" y="3583127"/>
                </a:lnTo>
                <a:lnTo>
                  <a:pt x="3614597" y="3410661"/>
                </a:lnTo>
                <a:close/>
              </a:path>
              <a:path w="6410959" h="3716020">
                <a:moveTo>
                  <a:pt x="3871874" y="3637254"/>
                </a:moveTo>
                <a:lnTo>
                  <a:pt x="3746296" y="3637254"/>
                </a:lnTo>
                <a:lnTo>
                  <a:pt x="3746296" y="3529380"/>
                </a:lnTo>
                <a:lnTo>
                  <a:pt x="3853675" y="3529380"/>
                </a:lnTo>
                <a:lnTo>
                  <a:pt x="3853675" y="3458311"/>
                </a:lnTo>
                <a:lnTo>
                  <a:pt x="3746296" y="3458311"/>
                </a:lnTo>
                <a:lnTo>
                  <a:pt x="3746296" y="3354247"/>
                </a:lnTo>
                <a:lnTo>
                  <a:pt x="3868166" y="3354247"/>
                </a:lnTo>
                <a:lnTo>
                  <a:pt x="3868166" y="3284448"/>
                </a:lnTo>
                <a:lnTo>
                  <a:pt x="3670135" y="3284448"/>
                </a:lnTo>
                <a:lnTo>
                  <a:pt x="3670135" y="3354247"/>
                </a:lnTo>
                <a:lnTo>
                  <a:pt x="3670135" y="3458311"/>
                </a:lnTo>
                <a:lnTo>
                  <a:pt x="3670135" y="3529380"/>
                </a:lnTo>
                <a:lnTo>
                  <a:pt x="3670135" y="3637254"/>
                </a:lnTo>
                <a:lnTo>
                  <a:pt x="3670135" y="3708336"/>
                </a:lnTo>
                <a:lnTo>
                  <a:pt x="3871874" y="3708336"/>
                </a:lnTo>
                <a:lnTo>
                  <a:pt x="3871874" y="3637254"/>
                </a:lnTo>
                <a:close/>
              </a:path>
              <a:path w="6410959" h="3716020">
                <a:moveTo>
                  <a:pt x="3889908" y="3076587"/>
                </a:moveTo>
                <a:lnTo>
                  <a:pt x="3879113" y="3048851"/>
                </a:lnTo>
                <a:lnTo>
                  <a:pt x="3879113" y="2953575"/>
                </a:lnTo>
                <a:lnTo>
                  <a:pt x="3877119" y="2925610"/>
                </a:lnTo>
                <a:lnTo>
                  <a:pt x="3873728" y="2914980"/>
                </a:lnTo>
                <a:lnTo>
                  <a:pt x="3870363" y="2904426"/>
                </a:lnTo>
                <a:lnTo>
                  <a:pt x="3857726" y="2889123"/>
                </a:lnTo>
                <a:lnTo>
                  <a:pt x="3838067" y="2878798"/>
                </a:lnTo>
                <a:lnTo>
                  <a:pt x="3857929" y="2868498"/>
                </a:lnTo>
                <a:lnTo>
                  <a:pt x="3872293" y="2853321"/>
                </a:lnTo>
                <a:lnTo>
                  <a:pt x="3874757" y="2847441"/>
                </a:lnTo>
                <a:lnTo>
                  <a:pt x="3881005" y="2832493"/>
                </a:lnTo>
                <a:lnTo>
                  <a:pt x="3883952" y="2805239"/>
                </a:lnTo>
                <a:lnTo>
                  <a:pt x="3883952" y="2753372"/>
                </a:lnTo>
                <a:lnTo>
                  <a:pt x="3878732" y="2717190"/>
                </a:lnTo>
                <a:lnTo>
                  <a:pt x="3877424" y="2708033"/>
                </a:lnTo>
                <a:lnTo>
                  <a:pt x="3857079" y="2676487"/>
                </a:lnTo>
                <a:lnTo>
                  <a:pt x="3821798" y="2658059"/>
                </a:lnTo>
                <a:lnTo>
                  <a:pt x="3807790" y="2656433"/>
                </a:lnTo>
                <a:lnTo>
                  <a:pt x="3807790" y="2758186"/>
                </a:lnTo>
                <a:lnTo>
                  <a:pt x="3807790" y="2805239"/>
                </a:lnTo>
                <a:lnTo>
                  <a:pt x="3805440" y="2824035"/>
                </a:lnTo>
                <a:lnTo>
                  <a:pt x="3797998" y="2837192"/>
                </a:lnTo>
                <a:lnTo>
                  <a:pt x="3784904" y="2844914"/>
                </a:lnTo>
                <a:lnTo>
                  <a:pt x="3765613" y="2847441"/>
                </a:lnTo>
                <a:lnTo>
                  <a:pt x="3729228" y="2847441"/>
                </a:lnTo>
                <a:lnTo>
                  <a:pt x="3729228" y="2717190"/>
                </a:lnTo>
                <a:lnTo>
                  <a:pt x="3765613" y="2717190"/>
                </a:lnTo>
                <a:lnTo>
                  <a:pt x="3784904" y="2719705"/>
                </a:lnTo>
                <a:lnTo>
                  <a:pt x="3797998" y="2727287"/>
                </a:lnTo>
                <a:lnTo>
                  <a:pt x="3805440" y="2740088"/>
                </a:lnTo>
                <a:lnTo>
                  <a:pt x="3807790" y="2758186"/>
                </a:lnTo>
                <a:lnTo>
                  <a:pt x="3807790" y="2656433"/>
                </a:lnTo>
                <a:lnTo>
                  <a:pt x="3770439" y="2652064"/>
                </a:lnTo>
                <a:lnTo>
                  <a:pt x="3655644" y="2652064"/>
                </a:lnTo>
                <a:lnTo>
                  <a:pt x="3655644" y="3076587"/>
                </a:lnTo>
                <a:lnTo>
                  <a:pt x="3729228" y="3076587"/>
                </a:lnTo>
                <a:lnTo>
                  <a:pt x="3729228" y="2914980"/>
                </a:lnTo>
                <a:lnTo>
                  <a:pt x="3761905" y="2914980"/>
                </a:lnTo>
                <a:lnTo>
                  <a:pt x="3781387" y="2917329"/>
                </a:lnTo>
                <a:lnTo>
                  <a:pt x="3793642" y="2924772"/>
                </a:lnTo>
                <a:lnTo>
                  <a:pt x="3800017" y="2937878"/>
                </a:lnTo>
                <a:lnTo>
                  <a:pt x="3801834" y="2957195"/>
                </a:lnTo>
                <a:lnTo>
                  <a:pt x="3801834" y="3048851"/>
                </a:lnTo>
                <a:lnTo>
                  <a:pt x="3802291" y="3057931"/>
                </a:lnTo>
                <a:lnTo>
                  <a:pt x="3802303" y="3058274"/>
                </a:lnTo>
                <a:lnTo>
                  <a:pt x="3803789" y="3066338"/>
                </a:lnTo>
                <a:lnTo>
                  <a:pt x="3806393" y="3072587"/>
                </a:lnTo>
                <a:lnTo>
                  <a:pt x="3810203" y="3076587"/>
                </a:lnTo>
                <a:lnTo>
                  <a:pt x="3889908" y="3076587"/>
                </a:lnTo>
                <a:close/>
              </a:path>
              <a:path w="6410959" h="3716020">
                <a:moveTo>
                  <a:pt x="3911638" y="2021230"/>
                </a:moveTo>
                <a:lnTo>
                  <a:pt x="3841597" y="2021230"/>
                </a:lnTo>
                <a:lnTo>
                  <a:pt x="3841597" y="2250452"/>
                </a:lnTo>
                <a:lnTo>
                  <a:pt x="3846436" y="2308339"/>
                </a:lnTo>
                <a:lnTo>
                  <a:pt x="3830815" y="2260092"/>
                </a:lnTo>
                <a:lnTo>
                  <a:pt x="3732923" y="2021230"/>
                </a:lnTo>
                <a:lnTo>
                  <a:pt x="3665309" y="2021230"/>
                </a:lnTo>
                <a:lnTo>
                  <a:pt x="3665309" y="2445842"/>
                </a:lnTo>
                <a:lnTo>
                  <a:pt x="3734054" y="2445842"/>
                </a:lnTo>
                <a:lnTo>
                  <a:pt x="3734054" y="2216683"/>
                </a:lnTo>
                <a:lnTo>
                  <a:pt x="3729228" y="2153970"/>
                </a:lnTo>
                <a:lnTo>
                  <a:pt x="3745001" y="2204631"/>
                </a:lnTo>
                <a:lnTo>
                  <a:pt x="3845306" y="2445842"/>
                </a:lnTo>
                <a:lnTo>
                  <a:pt x="3911638" y="2445842"/>
                </a:lnTo>
                <a:lnTo>
                  <a:pt x="3911638" y="2021230"/>
                </a:lnTo>
                <a:close/>
              </a:path>
              <a:path w="6410959" h="3716020">
                <a:moveTo>
                  <a:pt x="4097591" y="2652433"/>
                </a:moveTo>
                <a:lnTo>
                  <a:pt x="3924998" y="2652433"/>
                </a:lnTo>
                <a:lnTo>
                  <a:pt x="3924998" y="2723502"/>
                </a:lnTo>
                <a:lnTo>
                  <a:pt x="3974427" y="2723502"/>
                </a:lnTo>
                <a:lnTo>
                  <a:pt x="3974427" y="3003969"/>
                </a:lnTo>
                <a:lnTo>
                  <a:pt x="3924998" y="3003969"/>
                </a:lnTo>
                <a:lnTo>
                  <a:pt x="3924998" y="3076308"/>
                </a:lnTo>
                <a:lnTo>
                  <a:pt x="4097591" y="3076308"/>
                </a:lnTo>
                <a:lnTo>
                  <a:pt x="4097591" y="3003969"/>
                </a:lnTo>
                <a:lnTo>
                  <a:pt x="4049293" y="3003969"/>
                </a:lnTo>
                <a:lnTo>
                  <a:pt x="4049293" y="2723502"/>
                </a:lnTo>
                <a:lnTo>
                  <a:pt x="4097591" y="2723502"/>
                </a:lnTo>
                <a:lnTo>
                  <a:pt x="4097591" y="2652433"/>
                </a:lnTo>
                <a:close/>
              </a:path>
              <a:path w="6410959" h="3716020">
                <a:moveTo>
                  <a:pt x="4112082" y="3632187"/>
                </a:moveTo>
                <a:lnTo>
                  <a:pt x="3998582" y="3632187"/>
                </a:lnTo>
                <a:lnTo>
                  <a:pt x="3998582" y="3284448"/>
                </a:lnTo>
                <a:lnTo>
                  <a:pt x="3920172" y="3284448"/>
                </a:lnTo>
                <a:lnTo>
                  <a:pt x="3920172" y="3632187"/>
                </a:lnTo>
                <a:lnTo>
                  <a:pt x="3920172" y="3708336"/>
                </a:lnTo>
                <a:lnTo>
                  <a:pt x="4112082" y="3708336"/>
                </a:lnTo>
                <a:lnTo>
                  <a:pt x="4112082" y="3632187"/>
                </a:lnTo>
                <a:close/>
              </a:path>
              <a:path w="6410959" h="3716020">
                <a:moveTo>
                  <a:pt x="4133812" y="2021687"/>
                </a:moveTo>
                <a:lnTo>
                  <a:pt x="3961231" y="2021687"/>
                </a:lnTo>
                <a:lnTo>
                  <a:pt x="3961231" y="2092756"/>
                </a:lnTo>
                <a:lnTo>
                  <a:pt x="4010647" y="2092756"/>
                </a:lnTo>
                <a:lnTo>
                  <a:pt x="4010647" y="2373223"/>
                </a:lnTo>
                <a:lnTo>
                  <a:pt x="3961231" y="2373223"/>
                </a:lnTo>
                <a:lnTo>
                  <a:pt x="3961231" y="2445562"/>
                </a:lnTo>
                <a:lnTo>
                  <a:pt x="4133812" y="2445562"/>
                </a:lnTo>
                <a:lnTo>
                  <a:pt x="4133812" y="2373223"/>
                </a:lnTo>
                <a:lnTo>
                  <a:pt x="4085513" y="2373223"/>
                </a:lnTo>
                <a:lnTo>
                  <a:pt x="4085513" y="2092756"/>
                </a:lnTo>
                <a:lnTo>
                  <a:pt x="4133812" y="2092756"/>
                </a:lnTo>
                <a:lnTo>
                  <a:pt x="4133812" y="2021687"/>
                </a:lnTo>
                <a:close/>
              </a:path>
              <a:path w="6410959" h="3716020">
                <a:moveTo>
                  <a:pt x="4215930" y="12"/>
                </a:moveTo>
                <a:lnTo>
                  <a:pt x="3851262" y="12"/>
                </a:lnTo>
                <a:lnTo>
                  <a:pt x="3851262" y="1111897"/>
                </a:lnTo>
                <a:lnTo>
                  <a:pt x="3847427" y="1182522"/>
                </a:lnTo>
                <a:lnTo>
                  <a:pt x="3847363" y="1183538"/>
                </a:lnTo>
                <a:lnTo>
                  <a:pt x="3833634" y="1228293"/>
                </a:lnTo>
                <a:lnTo>
                  <a:pt x="3806977" y="1251343"/>
                </a:lnTo>
                <a:lnTo>
                  <a:pt x="3764318" y="1257884"/>
                </a:lnTo>
                <a:lnTo>
                  <a:pt x="3723335" y="1251013"/>
                </a:lnTo>
                <a:lnTo>
                  <a:pt x="3695623" y="1227391"/>
                </a:lnTo>
                <a:lnTo>
                  <a:pt x="3679914" y="1182522"/>
                </a:lnTo>
                <a:lnTo>
                  <a:pt x="3674973" y="1111897"/>
                </a:lnTo>
                <a:lnTo>
                  <a:pt x="3674973" y="12"/>
                </a:lnTo>
                <a:lnTo>
                  <a:pt x="3310305" y="12"/>
                </a:lnTo>
                <a:lnTo>
                  <a:pt x="3310305" y="1133602"/>
                </a:lnTo>
                <a:lnTo>
                  <a:pt x="3311944" y="1190790"/>
                </a:lnTo>
                <a:lnTo>
                  <a:pt x="3316833" y="1244041"/>
                </a:lnTo>
                <a:lnTo>
                  <a:pt x="3324961" y="1293393"/>
                </a:lnTo>
                <a:lnTo>
                  <a:pt x="3336302" y="1338935"/>
                </a:lnTo>
                <a:lnTo>
                  <a:pt x="3350818" y="1380705"/>
                </a:lnTo>
                <a:lnTo>
                  <a:pt x="3368497" y="1418780"/>
                </a:lnTo>
                <a:lnTo>
                  <a:pt x="3389312" y="1453222"/>
                </a:lnTo>
                <a:lnTo>
                  <a:pt x="3413226" y="1484083"/>
                </a:lnTo>
                <a:lnTo>
                  <a:pt x="3440226" y="1511439"/>
                </a:lnTo>
                <a:lnTo>
                  <a:pt x="3470300" y="1535341"/>
                </a:lnTo>
                <a:lnTo>
                  <a:pt x="3503396" y="1555851"/>
                </a:lnTo>
                <a:lnTo>
                  <a:pt x="3539502" y="1573047"/>
                </a:lnTo>
                <a:lnTo>
                  <a:pt x="3578593" y="1586966"/>
                </a:lnTo>
                <a:lnTo>
                  <a:pt x="3620643" y="1597685"/>
                </a:lnTo>
                <a:lnTo>
                  <a:pt x="3665639" y="1605267"/>
                </a:lnTo>
                <a:lnTo>
                  <a:pt x="3713543" y="1609775"/>
                </a:lnTo>
                <a:lnTo>
                  <a:pt x="3764318" y="1611261"/>
                </a:lnTo>
                <a:lnTo>
                  <a:pt x="3812997" y="1609775"/>
                </a:lnTo>
                <a:lnTo>
                  <a:pt x="3859250" y="1605267"/>
                </a:lnTo>
                <a:lnTo>
                  <a:pt x="3903002" y="1597685"/>
                </a:lnTo>
                <a:lnTo>
                  <a:pt x="3944201" y="1586966"/>
                </a:lnTo>
                <a:lnTo>
                  <a:pt x="3982770" y="1573047"/>
                </a:lnTo>
                <a:lnTo>
                  <a:pt x="4018635" y="1555851"/>
                </a:lnTo>
                <a:lnTo>
                  <a:pt x="4051744" y="1535341"/>
                </a:lnTo>
                <a:lnTo>
                  <a:pt x="4082021" y="1511439"/>
                </a:lnTo>
                <a:lnTo>
                  <a:pt x="4109402" y="1484083"/>
                </a:lnTo>
                <a:lnTo>
                  <a:pt x="4133812" y="1453222"/>
                </a:lnTo>
                <a:lnTo>
                  <a:pt x="4155198" y="1418780"/>
                </a:lnTo>
                <a:lnTo>
                  <a:pt x="4173474" y="1380705"/>
                </a:lnTo>
                <a:lnTo>
                  <a:pt x="4188574" y="1338935"/>
                </a:lnTo>
                <a:lnTo>
                  <a:pt x="4200436" y="1293393"/>
                </a:lnTo>
                <a:lnTo>
                  <a:pt x="4208996" y="1244041"/>
                </a:lnTo>
                <a:lnTo>
                  <a:pt x="4214177" y="1190790"/>
                </a:lnTo>
                <a:lnTo>
                  <a:pt x="4215930" y="1133602"/>
                </a:lnTo>
                <a:lnTo>
                  <a:pt x="4215930" y="12"/>
                </a:lnTo>
                <a:close/>
              </a:path>
              <a:path w="6410959" h="3716020">
                <a:moveTo>
                  <a:pt x="4393514" y="2652064"/>
                </a:moveTo>
                <a:lnTo>
                  <a:pt x="4316234" y="2652064"/>
                </a:lnTo>
                <a:lnTo>
                  <a:pt x="4266641" y="2905328"/>
                </a:lnTo>
                <a:lnTo>
                  <a:pt x="4261815" y="2968053"/>
                </a:lnTo>
                <a:lnTo>
                  <a:pt x="4258272" y="2905328"/>
                </a:lnTo>
                <a:lnTo>
                  <a:pt x="4207548" y="2652064"/>
                </a:lnTo>
                <a:lnTo>
                  <a:pt x="4128986" y="2652064"/>
                </a:lnTo>
                <a:lnTo>
                  <a:pt x="4223169" y="3076587"/>
                </a:lnTo>
                <a:lnTo>
                  <a:pt x="4300613" y="3076587"/>
                </a:lnTo>
                <a:lnTo>
                  <a:pt x="4393514" y="2652064"/>
                </a:lnTo>
                <a:close/>
              </a:path>
              <a:path w="6410959" h="3716020">
                <a:moveTo>
                  <a:pt x="4429734" y="2021230"/>
                </a:moveTo>
                <a:lnTo>
                  <a:pt x="4351325" y="2021230"/>
                </a:lnTo>
                <a:lnTo>
                  <a:pt x="4303026" y="2274582"/>
                </a:lnTo>
                <a:lnTo>
                  <a:pt x="4298200" y="2336076"/>
                </a:lnTo>
                <a:lnTo>
                  <a:pt x="4294492" y="2274582"/>
                </a:lnTo>
                <a:lnTo>
                  <a:pt x="4243781" y="2021230"/>
                </a:lnTo>
                <a:lnTo>
                  <a:pt x="4165206" y="2021230"/>
                </a:lnTo>
                <a:lnTo>
                  <a:pt x="4259402" y="2445842"/>
                </a:lnTo>
                <a:lnTo>
                  <a:pt x="4336834" y="2445842"/>
                </a:lnTo>
                <a:lnTo>
                  <a:pt x="4429734" y="2021230"/>
                </a:lnTo>
                <a:close/>
              </a:path>
              <a:path w="6410959" h="3716020">
                <a:moveTo>
                  <a:pt x="4533582" y="3284029"/>
                </a:moveTo>
                <a:lnTo>
                  <a:pt x="4464824" y="3284029"/>
                </a:lnTo>
                <a:lnTo>
                  <a:pt x="4464824" y="3514394"/>
                </a:lnTo>
                <a:lnTo>
                  <a:pt x="4468368" y="3571062"/>
                </a:lnTo>
                <a:lnTo>
                  <a:pt x="4453877" y="3522827"/>
                </a:lnTo>
                <a:lnTo>
                  <a:pt x="4356151" y="3284029"/>
                </a:lnTo>
                <a:lnTo>
                  <a:pt x="4287253" y="3284029"/>
                </a:lnTo>
                <a:lnTo>
                  <a:pt x="4287253" y="3708552"/>
                </a:lnTo>
                <a:lnTo>
                  <a:pt x="4357281" y="3708552"/>
                </a:lnTo>
                <a:lnTo>
                  <a:pt x="4357281" y="3480612"/>
                </a:lnTo>
                <a:lnTo>
                  <a:pt x="4352455" y="3416693"/>
                </a:lnTo>
                <a:lnTo>
                  <a:pt x="4366946" y="3467354"/>
                </a:lnTo>
                <a:lnTo>
                  <a:pt x="4467250" y="3708552"/>
                </a:lnTo>
                <a:lnTo>
                  <a:pt x="4533582" y="3708552"/>
                </a:lnTo>
                <a:lnTo>
                  <a:pt x="4533582" y="3284029"/>
                </a:lnTo>
                <a:close/>
              </a:path>
              <a:path w="6410959" h="3716020">
                <a:moveTo>
                  <a:pt x="4642256" y="3076587"/>
                </a:moveTo>
                <a:lnTo>
                  <a:pt x="4627981" y="3013887"/>
                </a:lnTo>
                <a:lnTo>
                  <a:pt x="4612894" y="2947555"/>
                </a:lnTo>
                <a:lnTo>
                  <a:pt x="4567059" y="2746133"/>
                </a:lnTo>
                <a:lnTo>
                  <a:pt x="4545647" y="2652064"/>
                </a:lnTo>
                <a:lnTo>
                  <a:pt x="4539691" y="2652064"/>
                </a:lnTo>
                <a:lnTo>
                  <a:pt x="4539691" y="2947555"/>
                </a:lnTo>
                <a:lnTo>
                  <a:pt x="4475619" y="2947555"/>
                </a:lnTo>
                <a:lnTo>
                  <a:pt x="4502188" y="2806433"/>
                </a:lnTo>
                <a:lnTo>
                  <a:pt x="4507014" y="2746133"/>
                </a:lnTo>
                <a:lnTo>
                  <a:pt x="4511840" y="2806433"/>
                </a:lnTo>
                <a:lnTo>
                  <a:pt x="4539691" y="2947555"/>
                </a:lnTo>
                <a:lnTo>
                  <a:pt x="4539691" y="2652064"/>
                </a:lnTo>
                <a:lnTo>
                  <a:pt x="4468368" y="2652064"/>
                </a:lnTo>
                <a:lnTo>
                  <a:pt x="4374185" y="3076587"/>
                </a:lnTo>
                <a:lnTo>
                  <a:pt x="4450346" y="3076587"/>
                </a:lnTo>
                <a:lnTo>
                  <a:pt x="4462411" y="3013887"/>
                </a:lnTo>
                <a:lnTo>
                  <a:pt x="4552899" y="3013887"/>
                </a:lnTo>
                <a:lnTo>
                  <a:pt x="4564977" y="3076587"/>
                </a:lnTo>
                <a:lnTo>
                  <a:pt x="4642256" y="3076587"/>
                </a:lnTo>
                <a:close/>
              </a:path>
              <a:path w="6410959" h="3716020">
                <a:moveTo>
                  <a:pt x="4671238" y="2373223"/>
                </a:moveTo>
                <a:lnTo>
                  <a:pt x="4544530" y="2373223"/>
                </a:lnTo>
                <a:lnTo>
                  <a:pt x="4544530" y="2265349"/>
                </a:lnTo>
                <a:lnTo>
                  <a:pt x="4651908" y="2265349"/>
                </a:lnTo>
                <a:lnTo>
                  <a:pt x="4651908" y="2195550"/>
                </a:lnTo>
                <a:lnTo>
                  <a:pt x="4544530" y="2195550"/>
                </a:lnTo>
                <a:lnTo>
                  <a:pt x="4544530" y="2090216"/>
                </a:lnTo>
                <a:lnTo>
                  <a:pt x="4667694" y="2090216"/>
                </a:lnTo>
                <a:lnTo>
                  <a:pt x="4667694" y="2021687"/>
                </a:lnTo>
                <a:lnTo>
                  <a:pt x="4468368" y="2021687"/>
                </a:lnTo>
                <a:lnTo>
                  <a:pt x="4468368" y="2090216"/>
                </a:lnTo>
                <a:lnTo>
                  <a:pt x="4468368" y="2195550"/>
                </a:lnTo>
                <a:lnTo>
                  <a:pt x="4468368" y="2265349"/>
                </a:lnTo>
                <a:lnTo>
                  <a:pt x="4468368" y="2373223"/>
                </a:lnTo>
                <a:lnTo>
                  <a:pt x="4468368" y="2445562"/>
                </a:lnTo>
                <a:lnTo>
                  <a:pt x="4671238" y="2445562"/>
                </a:lnTo>
                <a:lnTo>
                  <a:pt x="4671238" y="2373223"/>
                </a:lnTo>
                <a:close/>
              </a:path>
              <a:path w="6410959" h="3716020">
                <a:moveTo>
                  <a:pt x="4834318" y="3408248"/>
                </a:moveTo>
                <a:lnTo>
                  <a:pt x="4825606" y="3351453"/>
                </a:lnTo>
                <a:lnTo>
                  <a:pt x="4822710" y="3346754"/>
                </a:lnTo>
                <a:lnTo>
                  <a:pt x="4800816" y="3311169"/>
                </a:lnTo>
                <a:lnTo>
                  <a:pt x="4761992" y="3287166"/>
                </a:lnTo>
                <a:lnTo>
                  <a:pt x="4754626" y="3286023"/>
                </a:lnTo>
                <a:lnTo>
                  <a:pt x="4754626" y="3411867"/>
                </a:lnTo>
                <a:lnTo>
                  <a:pt x="4754626" y="3580714"/>
                </a:lnTo>
                <a:lnTo>
                  <a:pt x="4752251" y="3609022"/>
                </a:lnTo>
                <a:lnTo>
                  <a:pt x="4744669" y="3628961"/>
                </a:lnTo>
                <a:lnTo>
                  <a:pt x="4731194" y="3640759"/>
                </a:lnTo>
                <a:lnTo>
                  <a:pt x="4711154" y="3644633"/>
                </a:lnTo>
                <a:lnTo>
                  <a:pt x="4691304" y="3640759"/>
                </a:lnTo>
                <a:lnTo>
                  <a:pt x="4678210" y="3628961"/>
                </a:lnTo>
                <a:lnTo>
                  <a:pt x="4671022" y="3609022"/>
                </a:lnTo>
                <a:lnTo>
                  <a:pt x="4668812" y="3580714"/>
                </a:lnTo>
                <a:lnTo>
                  <a:pt x="4668812" y="3411867"/>
                </a:lnTo>
                <a:lnTo>
                  <a:pt x="4671022" y="3382873"/>
                </a:lnTo>
                <a:lnTo>
                  <a:pt x="4678210" y="3362579"/>
                </a:lnTo>
                <a:lnTo>
                  <a:pt x="4691304" y="3350653"/>
                </a:lnTo>
                <a:lnTo>
                  <a:pt x="4711154" y="3346754"/>
                </a:lnTo>
                <a:lnTo>
                  <a:pt x="4731194" y="3350653"/>
                </a:lnTo>
                <a:lnTo>
                  <a:pt x="4744669" y="3362579"/>
                </a:lnTo>
                <a:lnTo>
                  <a:pt x="4752251" y="3382873"/>
                </a:lnTo>
                <a:lnTo>
                  <a:pt x="4754626" y="3411867"/>
                </a:lnTo>
                <a:lnTo>
                  <a:pt x="4754626" y="3286023"/>
                </a:lnTo>
                <a:lnTo>
                  <a:pt x="4711154" y="3279216"/>
                </a:lnTo>
                <a:lnTo>
                  <a:pt x="4660989" y="3287166"/>
                </a:lnTo>
                <a:lnTo>
                  <a:pt x="4622495" y="3311169"/>
                </a:lnTo>
                <a:lnTo>
                  <a:pt x="4597819" y="3351453"/>
                </a:lnTo>
                <a:lnTo>
                  <a:pt x="4589119" y="3408248"/>
                </a:lnTo>
                <a:lnTo>
                  <a:pt x="4589119" y="3585540"/>
                </a:lnTo>
                <a:lnTo>
                  <a:pt x="4597412" y="3643541"/>
                </a:lnTo>
                <a:lnTo>
                  <a:pt x="4597476" y="3644049"/>
                </a:lnTo>
                <a:lnTo>
                  <a:pt x="4621581" y="3684587"/>
                </a:lnTo>
                <a:lnTo>
                  <a:pt x="4659960" y="3708158"/>
                </a:lnTo>
                <a:lnTo>
                  <a:pt x="4711154" y="3715791"/>
                </a:lnTo>
                <a:lnTo>
                  <a:pt x="4761992" y="3707993"/>
                </a:lnTo>
                <a:lnTo>
                  <a:pt x="4800816" y="3684130"/>
                </a:lnTo>
                <a:lnTo>
                  <a:pt x="4824933" y="3644633"/>
                </a:lnTo>
                <a:lnTo>
                  <a:pt x="4825606" y="3643541"/>
                </a:lnTo>
                <a:lnTo>
                  <a:pt x="4834318" y="3585540"/>
                </a:lnTo>
                <a:lnTo>
                  <a:pt x="4834318" y="3408248"/>
                </a:lnTo>
                <a:close/>
              </a:path>
              <a:path w="6410959" h="3716020">
                <a:moveTo>
                  <a:pt x="4916436" y="2778709"/>
                </a:moveTo>
                <a:lnTo>
                  <a:pt x="4912080" y="2737916"/>
                </a:lnTo>
                <a:lnTo>
                  <a:pt x="4904562" y="2718397"/>
                </a:lnTo>
                <a:lnTo>
                  <a:pt x="4899685" y="2705735"/>
                </a:lnTo>
                <a:lnTo>
                  <a:pt x="4880292" y="2681681"/>
                </a:lnTo>
                <a:lnTo>
                  <a:pt x="4854930" y="2665323"/>
                </a:lnTo>
                <a:lnTo>
                  <a:pt x="4839944" y="2659697"/>
                </a:lnTo>
                <a:lnTo>
                  <a:pt x="4836744" y="2658872"/>
                </a:lnTo>
                <a:lnTo>
                  <a:pt x="4836744" y="2783522"/>
                </a:lnTo>
                <a:lnTo>
                  <a:pt x="4836744" y="2943936"/>
                </a:lnTo>
                <a:lnTo>
                  <a:pt x="4833328" y="2972473"/>
                </a:lnTo>
                <a:lnTo>
                  <a:pt x="4833213" y="2973438"/>
                </a:lnTo>
                <a:lnTo>
                  <a:pt x="4822990" y="2993669"/>
                </a:lnTo>
                <a:lnTo>
                  <a:pt x="4806645" y="3005315"/>
                </a:lnTo>
                <a:lnTo>
                  <a:pt x="4784737" y="3009049"/>
                </a:lnTo>
                <a:lnTo>
                  <a:pt x="4755756" y="3009049"/>
                </a:lnTo>
                <a:lnTo>
                  <a:pt x="4755756" y="2718397"/>
                </a:lnTo>
                <a:lnTo>
                  <a:pt x="4784737" y="2718397"/>
                </a:lnTo>
                <a:lnTo>
                  <a:pt x="4806645" y="2722130"/>
                </a:lnTo>
                <a:lnTo>
                  <a:pt x="4822990" y="2733776"/>
                </a:lnTo>
                <a:lnTo>
                  <a:pt x="4833213" y="2754020"/>
                </a:lnTo>
                <a:lnTo>
                  <a:pt x="4836744" y="2783522"/>
                </a:lnTo>
                <a:lnTo>
                  <a:pt x="4836744" y="2658872"/>
                </a:lnTo>
                <a:lnTo>
                  <a:pt x="4823917" y="2655532"/>
                </a:lnTo>
                <a:lnTo>
                  <a:pt x="4806772" y="2652953"/>
                </a:lnTo>
                <a:lnTo>
                  <a:pt x="4788433" y="2652064"/>
                </a:lnTo>
                <a:lnTo>
                  <a:pt x="4678477" y="2652064"/>
                </a:lnTo>
                <a:lnTo>
                  <a:pt x="4678477" y="3076587"/>
                </a:lnTo>
                <a:lnTo>
                  <a:pt x="4788433" y="3076587"/>
                </a:lnTo>
                <a:lnTo>
                  <a:pt x="4854422" y="3064078"/>
                </a:lnTo>
                <a:lnTo>
                  <a:pt x="4899533" y="3023527"/>
                </a:lnTo>
                <a:lnTo>
                  <a:pt x="4915332" y="2972473"/>
                </a:lnTo>
                <a:lnTo>
                  <a:pt x="4916436" y="2951162"/>
                </a:lnTo>
                <a:lnTo>
                  <a:pt x="4916436" y="2778709"/>
                </a:lnTo>
                <a:close/>
              </a:path>
              <a:path w="6410959" h="3716020">
                <a:moveTo>
                  <a:pt x="4953940" y="2445842"/>
                </a:moveTo>
                <a:lnTo>
                  <a:pt x="4948999" y="2440152"/>
                </a:lnTo>
                <a:lnTo>
                  <a:pt x="4945189" y="2433777"/>
                </a:lnTo>
                <a:lnTo>
                  <a:pt x="4942738" y="2426500"/>
                </a:lnTo>
                <a:lnTo>
                  <a:pt x="4941875" y="2418092"/>
                </a:lnTo>
                <a:lnTo>
                  <a:pt x="4941875" y="2321610"/>
                </a:lnTo>
                <a:lnTo>
                  <a:pt x="4939893" y="2293670"/>
                </a:lnTo>
                <a:lnTo>
                  <a:pt x="4936541" y="2283028"/>
                </a:lnTo>
                <a:lnTo>
                  <a:pt x="4933251" y="2272614"/>
                </a:lnTo>
                <a:lnTo>
                  <a:pt x="4920945" y="2257666"/>
                </a:lnTo>
                <a:lnTo>
                  <a:pt x="4901946" y="2248039"/>
                </a:lnTo>
                <a:lnTo>
                  <a:pt x="4921161" y="2237041"/>
                </a:lnTo>
                <a:lnTo>
                  <a:pt x="4935194" y="2221509"/>
                </a:lnTo>
                <a:lnTo>
                  <a:pt x="4937658" y="2215477"/>
                </a:lnTo>
                <a:lnTo>
                  <a:pt x="4943780" y="2200554"/>
                </a:lnTo>
                <a:lnTo>
                  <a:pt x="4946701" y="2173262"/>
                </a:lnTo>
                <a:lnTo>
                  <a:pt x="4946701" y="2122614"/>
                </a:lnTo>
                <a:lnTo>
                  <a:pt x="4941557" y="2086508"/>
                </a:lnTo>
                <a:lnTo>
                  <a:pt x="4940173" y="2076754"/>
                </a:lnTo>
                <a:lnTo>
                  <a:pt x="4919840" y="2045246"/>
                </a:lnTo>
                <a:lnTo>
                  <a:pt x="4884547" y="2027072"/>
                </a:lnTo>
                <a:lnTo>
                  <a:pt x="4871834" y="2025637"/>
                </a:lnTo>
                <a:lnTo>
                  <a:pt x="4871834" y="2126234"/>
                </a:lnTo>
                <a:lnTo>
                  <a:pt x="4871834" y="2173262"/>
                </a:lnTo>
                <a:lnTo>
                  <a:pt x="4869472" y="2192070"/>
                </a:lnTo>
                <a:lnTo>
                  <a:pt x="4862017" y="2205228"/>
                </a:lnTo>
                <a:lnTo>
                  <a:pt x="4848872" y="2212962"/>
                </a:lnTo>
                <a:lnTo>
                  <a:pt x="4829492" y="2215477"/>
                </a:lnTo>
                <a:lnTo>
                  <a:pt x="4793272" y="2215477"/>
                </a:lnTo>
                <a:lnTo>
                  <a:pt x="4793272" y="2086508"/>
                </a:lnTo>
                <a:lnTo>
                  <a:pt x="4828362" y="2086508"/>
                </a:lnTo>
                <a:lnTo>
                  <a:pt x="4848403" y="2088832"/>
                </a:lnTo>
                <a:lnTo>
                  <a:pt x="4861877" y="2095995"/>
                </a:lnTo>
                <a:lnTo>
                  <a:pt x="4869459" y="2108352"/>
                </a:lnTo>
                <a:lnTo>
                  <a:pt x="4871834" y="2126234"/>
                </a:lnTo>
                <a:lnTo>
                  <a:pt x="4871834" y="2025637"/>
                </a:lnTo>
                <a:lnTo>
                  <a:pt x="4833201" y="2021230"/>
                </a:lnTo>
                <a:lnTo>
                  <a:pt x="4718405" y="2021230"/>
                </a:lnTo>
                <a:lnTo>
                  <a:pt x="4718405" y="2445842"/>
                </a:lnTo>
                <a:lnTo>
                  <a:pt x="4793272" y="2445842"/>
                </a:lnTo>
                <a:lnTo>
                  <a:pt x="4793272" y="2283028"/>
                </a:lnTo>
                <a:lnTo>
                  <a:pt x="4824666" y="2283028"/>
                </a:lnTo>
                <a:lnTo>
                  <a:pt x="4863897" y="2305913"/>
                </a:lnTo>
                <a:lnTo>
                  <a:pt x="4865776" y="2418092"/>
                </a:lnTo>
                <a:lnTo>
                  <a:pt x="4866170" y="2426322"/>
                </a:lnTo>
                <a:lnTo>
                  <a:pt x="4867402" y="2433777"/>
                </a:lnTo>
                <a:lnTo>
                  <a:pt x="4867529" y="2434526"/>
                </a:lnTo>
                <a:lnTo>
                  <a:pt x="4869789" y="2441143"/>
                </a:lnTo>
                <a:lnTo>
                  <a:pt x="4872964" y="2445842"/>
                </a:lnTo>
                <a:lnTo>
                  <a:pt x="4953940" y="2445842"/>
                </a:lnTo>
                <a:close/>
              </a:path>
              <a:path w="6410959" h="3716020">
                <a:moveTo>
                  <a:pt x="5124120" y="3708552"/>
                </a:moveTo>
                <a:lnTo>
                  <a:pt x="5119382" y="3703370"/>
                </a:lnTo>
                <a:lnTo>
                  <a:pt x="5116017" y="3696944"/>
                </a:lnTo>
                <a:lnTo>
                  <a:pt x="5113998" y="3689388"/>
                </a:lnTo>
                <a:lnTo>
                  <a:pt x="5113337" y="3680815"/>
                </a:lnTo>
                <a:lnTo>
                  <a:pt x="5113337" y="3584333"/>
                </a:lnTo>
                <a:lnTo>
                  <a:pt x="5111153" y="3556901"/>
                </a:lnTo>
                <a:lnTo>
                  <a:pt x="5107825" y="3546945"/>
                </a:lnTo>
                <a:lnTo>
                  <a:pt x="5104092" y="3535794"/>
                </a:lnTo>
                <a:lnTo>
                  <a:pt x="5091392" y="3520567"/>
                </a:lnTo>
                <a:lnTo>
                  <a:pt x="5072278" y="3510775"/>
                </a:lnTo>
                <a:lnTo>
                  <a:pt x="5091950" y="3500437"/>
                </a:lnTo>
                <a:lnTo>
                  <a:pt x="5105870" y="3485134"/>
                </a:lnTo>
                <a:lnTo>
                  <a:pt x="5108105" y="3479406"/>
                </a:lnTo>
                <a:lnTo>
                  <a:pt x="5114137" y="3463963"/>
                </a:lnTo>
                <a:lnTo>
                  <a:pt x="5116754" y="3437204"/>
                </a:lnTo>
                <a:lnTo>
                  <a:pt x="5116881" y="3385337"/>
                </a:lnTo>
                <a:lnTo>
                  <a:pt x="5111826" y="3349167"/>
                </a:lnTo>
                <a:lnTo>
                  <a:pt x="5110556" y="3339998"/>
                </a:lnTo>
                <a:lnTo>
                  <a:pt x="5090655" y="3308451"/>
                </a:lnTo>
                <a:lnTo>
                  <a:pt x="5055819" y="3290024"/>
                </a:lnTo>
                <a:lnTo>
                  <a:pt x="5042014" y="3288411"/>
                </a:lnTo>
                <a:lnTo>
                  <a:pt x="5042014" y="3388957"/>
                </a:lnTo>
                <a:lnTo>
                  <a:pt x="5042014" y="3437204"/>
                </a:lnTo>
                <a:lnTo>
                  <a:pt x="5039652" y="3455492"/>
                </a:lnTo>
                <a:lnTo>
                  <a:pt x="5032210" y="3468700"/>
                </a:lnTo>
                <a:lnTo>
                  <a:pt x="5019129" y="3476714"/>
                </a:lnTo>
                <a:lnTo>
                  <a:pt x="4999825" y="3479406"/>
                </a:lnTo>
                <a:lnTo>
                  <a:pt x="4963604" y="3479406"/>
                </a:lnTo>
                <a:lnTo>
                  <a:pt x="4963604" y="3349167"/>
                </a:lnTo>
                <a:lnTo>
                  <a:pt x="4999825" y="3349167"/>
                </a:lnTo>
                <a:lnTo>
                  <a:pt x="5019129" y="3351479"/>
                </a:lnTo>
                <a:lnTo>
                  <a:pt x="5032210" y="3358654"/>
                </a:lnTo>
                <a:lnTo>
                  <a:pt x="5039652" y="3371037"/>
                </a:lnTo>
                <a:lnTo>
                  <a:pt x="5042014" y="3388957"/>
                </a:lnTo>
                <a:lnTo>
                  <a:pt x="5042014" y="3288411"/>
                </a:lnTo>
                <a:lnTo>
                  <a:pt x="5004663" y="3284029"/>
                </a:lnTo>
                <a:lnTo>
                  <a:pt x="4889868" y="3284029"/>
                </a:lnTo>
                <a:lnTo>
                  <a:pt x="4889868" y="3708552"/>
                </a:lnTo>
                <a:lnTo>
                  <a:pt x="4963604" y="3708552"/>
                </a:lnTo>
                <a:lnTo>
                  <a:pt x="4963604" y="3546945"/>
                </a:lnTo>
                <a:lnTo>
                  <a:pt x="4996129" y="3546945"/>
                </a:lnTo>
                <a:lnTo>
                  <a:pt x="5015611" y="3549116"/>
                </a:lnTo>
                <a:lnTo>
                  <a:pt x="5027866" y="3556139"/>
                </a:lnTo>
                <a:lnTo>
                  <a:pt x="5034229" y="3568827"/>
                </a:lnTo>
                <a:lnTo>
                  <a:pt x="5036058" y="3587953"/>
                </a:lnTo>
                <a:lnTo>
                  <a:pt x="5036058" y="3680815"/>
                </a:lnTo>
                <a:lnTo>
                  <a:pt x="5036464" y="3689388"/>
                </a:lnTo>
                <a:lnTo>
                  <a:pt x="5036502" y="3690239"/>
                </a:lnTo>
                <a:lnTo>
                  <a:pt x="5037861" y="3698303"/>
                </a:lnTo>
                <a:lnTo>
                  <a:pt x="5040134" y="3704564"/>
                </a:lnTo>
                <a:lnTo>
                  <a:pt x="5043297" y="3708552"/>
                </a:lnTo>
                <a:lnTo>
                  <a:pt x="5124120" y="3708552"/>
                </a:lnTo>
                <a:close/>
              </a:path>
              <a:path w="6410959" h="3716020">
                <a:moveTo>
                  <a:pt x="5207520" y="3076587"/>
                </a:moveTo>
                <a:lnTo>
                  <a:pt x="5193246" y="3013887"/>
                </a:lnTo>
                <a:lnTo>
                  <a:pt x="5178158" y="2947555"/>
                </a:lnTo>
                <a:lnTo>
                  <a:pt x="5132324" y="2746133"/>
                </a:lnTo>
                <a:lnTo>
                  <a:pt x="5110924" y="2652064"/>
                </a:lnTo>
                <a:lnTo>
                  <a:pt x="5104803" y="2652064"/>
                </a:lnTo>
                <a:lnTo>
                  <a:pt x="5104803" y="2947555"/>
                </a:lnTo>
                <a:lnTo>
                  <a:pt x="5040884" y="2947555"/>
                </a:lnTo>
                <a:lnTo>
                  <a:pt x="5068582" y="2806433"/>
                </a:lnTo>
                <a:lnTo>
                  <a:pt x="5072278" y="2746133"/>
                </a:lnTo>
                <a:lnTo>
                  <a:pt x="5077104" y="2806433"/>
                </a:lnTo>
                <a:lnTo>
                  <a:pt x="5104803" y="2947555"/>
                </a:lnTo>
                <a:lnTo>
                  <a:pt x="5104803" y="2652064"/>
                </a:lnTo>
                <a:lnTo>
                  <a:pt x="5034762" y="2652064"/>
                </a:lnTo>
                <a:lnTo>
                  <a:pt x="4940579" y="3076587"/>
                </a:lnTo>
                <a:lnTo>
                  <a:pt x="5016741" y="3076587"/>
                </a:lnTo>
                <a:lnTo>
                  <a:pt x="5028806" y="3013887"/>
                </a:lnTo>
                <a:lnTo>
                  <a:pt x="5118163" y="3013887"/>
                </a:lnTo>
                <a:lnTo>
                  <a:pt x="5131371" y="3076587"/>
                </a:lnTo>
                <a:lnTo>
                  <a:pt x="5207520" y="3076587"/>
                </a:lnTo>
                <a:close/>
              </a:path>
              <a:path w="6410959" h="3716020">
                <a:moveTo>
                  <a:pt x="5222011" y="2311958"/>
                </a:moveTo>
                <a:lnTo>
                  <a:pt x="5209032" y="2257387"/>
                </a:lnTo>
                <a:lnTo>
                  <a:pt x="5176126" y="2222716"/>
                </a:lnTo>
                <a:lnTo>
                  <a:pt x="5136197" y="2197392"/>
                </a:lnTo>
                <a:lnTo>
                  <a:pt x="5119395" y="2188997"/>
                </a:lnTo>
                <a:lnTo>
                  <a:pt x="5103812" y="2180044"/>
                </a:lnTo>
                <a:lnTo>
                  <a:pt x="5074958" y="2154313"/>
                </a:lnTo>
                <a:lnTo>
                  <a:pt x="5069865" y="2132266"/>
                </a:lnTo>
                <a:lnTo>
                  <a:pt x="5069865" y="2121408"/>
                </a:lnTo>
                <a:lnTo>
                  <a:pt x="5071770" y="2104174"/>
                </a:lnTo>
                <a:lnTo>
                  <a:pt x="5077853" y="2090877"/>
                </a:lnTo>
                <a:lnTo>
                  <a:pt x="5088674" y="2082304"/>
                </a:lnTo>
                <a:lnTo>
                  <a:pt x="5104803" y="2079269"/>
                </a:lnTo>
                <a:lnTo>
                  <a:pt x="5121668" y="2081593"/>
                </a:lnTo>
                <a:lnTo>
                  <a:pt x="5132870" y="2088756"/>
                </a:lnTo>
                <a:lnTo>
                  <a:pt x="5139106" y="2101113"/>
                </a:lnTo>
                <a:lnTo>
                  <a:pt x="5141023" y="2118982"/>
                </a:lnTo>
                <a:lnTo>
                  <a:pt x="5141023" y="2161209"/>
                </a:lnTo>
                <a:lnTo>
                  <a:pt x="5217185" y="2161209"/>
                </a:lnTo>
                <a:lnTo>
                  <a:pt x="5217185" y="2114169"/>
                </a:lnTo>
                <a:lnTo>
                  <a:pt x="5210505" y="2072741"/>
                </a:lnTo>
                <a:lnTo>
                  <a:pt x="5190134" y="2041639"/>
                </a:lnTo>
                <a:lnTo>
                  <a:pt x="5155501" y="2022081"/>
                </a:lnTo>
                <a:lnTo>
                  <a:pt x="5106086" y="2015286"/>
                </a:lnTo>
                <a:lnTo>
                  <a:pt x="5056403" y="2022513"/>
                </a:lnTo>
                <a:lnTo>
                  <a:pt x="5021338" y="2043290"/>
                </a:lnTo>
                <a:lnTo>
                  <a:pt x="5000561" y="2076297"/>
                </a:lnTo>
                <a:lnTo>
                  <a:pt x="4993716" y="2120214"/>
                </a:lnTo>
                <a:lnTo>
                  <a:pt x="4993716" y="2138299"/>
                </a:lnTo>
                <a:lnTo>
                  <a:pt x="5006124" y="2191816"/>
                </a:lnTo>
                <a:lnTo>
                  <a:pt x="5038471" y="2226335"/>
                </a:lnTo>
                <a:lnTo>
                  <a:pt x="5095786" y="2259558"/>
                </a:lnTo>
                <a:lnTo>
                  <a:pt x="5111750" y="2268994"/>
                </a:lnTo>
                <a:lnTo>
                  <a:pt x="5140287" y="2296833"/>
                </a:lnTo>
                <a:lnTo>
                  <a:pt x="5145862" y="2320404"/>
                </a:lnTo>
                <a:lnTo>
                  <a:pt x="5145862" y="2342108"/>
                </a:lnTo>
                <a:lnTo>
                  <a:pt x="5143919" y="2358694"/>
                </a:lnTo>
                <a:lnTo>
                  <a:pt x="5137569" y="2371661"/>
                </a:lnTo>
                <a:lnTo>
                  <a:pt x="5126025" y="2380107"/>
                </a:lnTo>
                <a:lnTo>
                  <a:pt x="5108499" y="2383117"/>
                </a:lnTo>
                <a:lnTo>
                  <a:pt x="5089017" y="2380234"/>
                </a:lnTo>
                <a:lnTo>
                  <a:pt x="5076774" y="2371814"/>
                </a:lnTo>
                <a:lnTo>
                  <a:pt x="5070399" y="2358186"/>
                </a:lnTo>
                <a:lnTo>
                  <a:pt x="5068582" y="2339695"/>
                </a:lnTo>
                <a:lnTo>
                  <a:pt x="5068582" y="2284234"/>
                </a:lnTo>
                <a:lnTo>
                  <a:pt x="4988877" y="2284234"/>
                </a:lnTo>
                <a:lnTo>
                  <a:pt x="4988877" y="2340902"/>
                </a:lnTo>
                <a:lnTo>
                  <a:pt x="4994986" y="2388768"/>
                </a:lnTo>
                <a:lnTo>
                  <a:pt x="5015027" y="2423528"/>
                </a:lnTo>
                <a:lnTo>
                  <a:pt x="5051577" y="2444712"/>
                </a:lnTo>
                <a:lnTo>
                  <a:pt x="5107216" y="2451874"/>
                </a:lnTo>
                <a:lnTo>
                  <a:pt x="5157279" y="2444597"/>
                </a:lnTo>
                <a:lnTo>
                  <a:pt x="5193169" y="2423528"/>
                </a:lnTo>
                <a:lnTo>
                  <a:pt x="5214785" y="2389784"/>
                </a:lnTo>
                <a:lnTo>
                  <a:pt x="5222011" y="2344521"/>
                </a:lnTo>
                <a:lnTo>
                  <a:pt x="5222011" y="2311958"/>
                </a:lnTo>
                <a:close/>
              </a:path>
              <a:path w="6410959" h="3716020">
                <a:moveTo>
                  <a:pt x="5304117" y="387134"/>
                </a:moveTo>
                <a:lnTo>
                  <a:pt x="5302377" y="335000"/>
                </a:lnTo>
                <a:lnTo>
                  <a:pt x="5297627" y="291795"/>
                </a:lnTo>
                <a:lnTo>
                  <a:pt x="5297068" y="286639"/>
                </a:lnTo>
                <a:lnTo>
                  <a:pt x="5288077" y="242011"/>
                </a:lnTo>
                <a:lnTo>
                  <a:pt x="5275288" y="201104"/>
                </a:lnTo>
                <a:lnTo>
                  <a:pt x="5258574" y="163880"/>
                </a:lnTo>
                <a:lnTo>
                  <a:pt x="5237823" y="130327"/>
                </a:lnTo>
                <a:lnTo>
                  <a:pt x="5212931" y="100406"/>
                </a:lnTo>
                <a:lnTo>
                  <a:pt x="5183759" y="74104"/>
                </a:lnTo>
                <a:lnTo>
                  <a:pt x="5150205" y="51384"/>
                </a:lnTo>
                <a:lnTo>
                  <a:pt x="5112131" y="32232"/>
                </a:lnTo>
                <a:lnTo>
                  <a:pt x="5069446" y="16624"/>
                </a:lnTo>
                <a:lnTo>
                  <a:pt x="5022012" y="4521"/>
                </a:lnTo>
                <a:lnTo>
                  <a:pt x="4994567" y="0"/>
                </a:lnTo>
                <a:lnTo>
                  <a:pt x="4937036" y="0"/>
                </a:lnTo>
                <a:lnTo>
                  <a:pt x="4937036" y="402729"/>
                </a:lnTo>
                <a:lnTo>
                  <a:pt x="4937036" y="660933"/>
                </a:lnTo>
                <a:lnTo>
                  <a:pt x="4930267" y="711949"/>
                </a:lnTo>
                <a:lnTo>
                  <a:pt x="4910010" y="748957"/>
                </a:lnTo>
                <a:lnTo>
                  <a:pt x="4876381" y="771486"/>
                </a:lnTo>
                <a:lnTo>
                  <a:pt x="4829492" y="779094"/>
                </a:lnTo>
                <a:lnTo>
                  <a:pt x="4757039" y="779094"/>
                </a:lnTo>
                <a:lnTo>
                  <a:pt x="4757039" y="291795"/>
                </a:lnTo>
                <a:lnTo>
                  <a:pt x="4831905" y="291795"/>
                </a:lnTo>
                <a:lnTo>
                  <a:pt x="4878425" y="298615"/>
                </a:lnTo>
                <a:lnTo>
                  <a:pt x="4911217" y="319227"/>
                </a:lnTo>
                <a:lnTo>
                  <a:pt x="4930648" y="353847"/>
                </a:lnTo>
                <a:lnTo>
                  <a:pt x="4937036" y="402729"/>
                </a:lnTo>
                <a:lnTo>
                  <a:pt x="4937036" y="0"/>
                </a:lnTo>
                <a:lnTo>
                  <a:pt x="4398340" y="0"/>
                </a:lnTo>
                <a:lnTo>
                  <a:pt x="4398340" y="1587144"/>
                </a:lnTo>
                <a:lnTo>
                  <a:pt x="4757039" y="1587144"/>
                </a:lnTo>
                <a:lnTo>
                  <a:pt x="4757039" y="1096302"/>
                </a:lnTo>
                <a:lnTo>
                  <a:pt x="4850104" y="1096302"/>
                </a:lnTo>
                <a:lnTo>
                  <a:pt x="4908715" y="1094460"/>
                </a:lnTo>
                <a:lnTo>
                  <a:pt x="4962842" y="1088986"/>
                </a:lnTo>
                <a:lnTo>
                  <a:pt x="5012588" y="1079944"/>
                </a:lnTo>
                <a:lnTo>
                  <a:pt x="5058041" y="1067409"/>
                </a:lnTo>
                <a:lnTo>
                  <a:pt x="5099304" y="1051445"/>
                </a:lnTo>
                <a:lnTo>
                  <a:pt x="5136464" y="1032116"/>
                </a:lnTo>
                <a:lnTo>
                  <a:pt x="5169624" y="1009497"/>
                </a:lnTo>
                <a:lnTo>
                  <a:pt x="5198884" y="983665"/>
                </a:lnTo>
                <a:lnTo>
                  <a:pt x="5224335" y="954671"/>
                </a:lnTo>
                <a:lnTo>
                  <a:pt x="5246090" y="922604"/>
                </a:lnTo>
                <a:lnTo>
                  <a:pt x="5264226" y="887514"/>
                </a:lnTo>
                <a:lnTo>
                  <a:pt x="5278844" y="849477"/>
                </a:lnTo>
                <a:lnTo>
                  <a:pt x="5290045" y="808570"/>
                </a:lnTo>
                <a:lnTo>
                  <a:pt x="5297932" y="764857"/>
                </a:lnTo>
                <a:lnTo>
                  <a:pt x="5302593" y="718413"/>
                </a:lnTo>
                <a:lnTo>
                  <a:pt x="5304117" y="669290"/>
                </a:lnTo>
                <a:lnTo>
                  <a:pt x="5304117" y="387134"/>
                </a:lnTo>
                <a:close/>
              </a:path>
              <a:path w="6410959" h="3716020">
                <a:moveTo>
                  <a:pt x="5365775" y="3284448"/>
                </a:moveTo>
                <a:lnTo>
                  <a:pt x="5149558" y="3284448"/>
                </a:lnTo>
                <a:lnTo>
                  <a:pt x="5149558" y="3354247"/>
                </a:lnTo>
                <a:lnTo>
                  <a:pt x="5219598" y="3354247"/>
                </a:lnTo>
                <a:lnTo>
                  <a:pt x="5219598" y="3708336"/>
                </a:lnTo>
                <a:lnTo>
                  <a:pt x="5295582" y="3708336"/>
                </a:lnTo>
                <a:lnTo>
                  <a:pt x="5295582" y="3354247"/>
                </a:lnTo>
                <a:lnTo>
                  <a:pt x="5365775" y="3354247"/>
                </a:lnTo>
                <a:lnTo>
                  <a:pt x="5365775" y="3284448"/>
                </a:lnTo>
                <a:close/>
              </a:path>
              <a:path w="6410959" h="3716020">
                <a:moveTo>
                  <a:pt x="5430990" y="2021687"/>
                </a:moveTo>
                <a:lnTo>
                  <a:pt x="5258232" y="2021687"/>
                </a:lnTo>
                <a:lnTo>
                  <a:pt x="5258232" y="2092756"/>
                </a:lnTo>
                <a:lnTo>
                  <a:pt x="5307660" y="2092756"/>
                </a:lnTo>
                <a:lnTo>
                  <a:pt x="5307660" y="2373223"/>
                </a:lnTo>
                <a:lnTo>
                  <a:pt x="5258232" y="2373223"/>
                </a:lnTo>
                <a:lnTo>
                  <a:pt x="5258232" y="2445562"/>
                </a:lnTo>
                <a:lnTo>
                  <a:pt x="5430990" y="2445562"/>
                </a:lnTo>
                <a:lnTo>
                  <a:pt x="5430990" y="2373223"/>
                </a:lnTo>
                <a:lnTo>
                  <a:pt x="5382692" y="2373223"/>
                </a:lnTo>
                <a:lnTo>
                  <a:pt x="5382692" y="2092756"/>
                </a:lnTo>
                <a:lnTo>
                  <a:pt x="5430990" y="2092756"/>
                </a:lnTo>
                <a:lnTo>
                  <a:pt x="5430990" y="2021687"/>
                </a:lnTo>
                <a:close/>
              </a:path>
              <a:path w="6410959" h="3716020">
                <a:moveTo>
                  <a:pt x="5613235" y="3637254"/>
                </a:moveTo>
                <a:lnTo>
                  <a:pt x="5486527" y="3637254"/>
                </a:lnTo>
                <a:lnTo>
                  <a:pt x="5486527" y="3529380"/>
                </a:lnTo>
                <a:lnTo>
                  <a:pt x="5595201" y="3529380"/>
                </a:lnTo>
                <a:lnTo>
                  <a:pt x="5595201" y="3458311"/>
                </a:lnTo>
                <a:lnTo>
                  <a:pt x="5486527" y="3458311"/>
                </a:lnTo>
                <a:lnTo>
                  <a:pt x="5486527" y="3354247"/>
                </a:lnTo>
                <a:lnTo>
                  <a:pt x="5609691" y="3354247"/>
                </a:lnTo>
                <a:lnTo>
                  <a:pt x="5609691" y="3284448"/>
                </a:lnTo>
                <a:lnTo>
                  <a:pt x="5410378" y="3284448"/>
                </a:lnTo>
                <a:lnTo>
                  <a:pt x="5410378" y="3354247"/>
                </a:lnTo>
                <a:lnTo>
                  <a:pt x="5410378" y="3458311"/>
                </a:lnTo>
                <a:lnTo>
                  <a:pt x="5410378" y="3529380"/>
                </a:lnTo>
                <a:lnTo>
                  <a:pt x="5410378" y="3637254"/>
                </a:lnTo>
                <a:lnTo>
                  <a:pt x="5410378" y="3708336"/>
                </a:lnTo>
                <a:lnTo>
                  <a:pt x="5613235" y="3708336"/>
                </a:lnTo>
                <a:lnTo>
                  <a:pt x="5613235" y="3637254"/>
                </a:lnTo>
                <a:close/>
              </a:path>
              <a:path w="6410959" h="3716020">
                <a:moveTo>
                  <a:pt x="5718365" y="2146731"/>
                </a:moveTo>
                <a:lnTo>
                  <a:pt x="5714009" y="2105977"/>
                </a:lnTo>
                <a:lnTo>
                  <a:pt x="5682170" y="2049665"/>
                </a:lnTo>
                <a:lnTo>
                  <a:pt x="5641276" y="2027885"/>
                </a:lnTo>
                <a:lnTo>
                  <a:pt x="5638673" y="2027275"/>
                </a:lnTo>
                <a:lnTo>
                  <a:pt x="5638673" y="2152764"/>
                </a:lnTo>
                <a:lnTo>
                  <a:pt x="5638673" y="2311958"/>
                </a:lnTo>
                <a:lnTo>
                  <a:pt x="5635256" y="2340673"/>
                </a:lnTo>
                <a:lnTo>
                  <a:pt x="5635142" y="2341664"/>
                </a:lnTo>
                <a:lnTo>
                  <a:pt x="5624931" y="2362314"/>
                </a:lnTo>
                <a:lnTo>
                  <a:pt x="5608586" y="2374379"/>
                </a:lnTo>
                <a:lnTo>
                  <a:pt x="5586666" y="2378303"/>
                </a:lnTo>
                <a:lnTo>
                  <a:pt x="5557698" y="2378303"/>
                </a:lnTo>
                <a:lnTo>
                  <a:pt x="5557698" y="2086508"/>
                </a:lnTo>
                <a:lnTo>
                  <a:pt x="5586666" y="2086508"/>
                </a:lnTo>
                <a:lnTo>
                  <a:pt x="5608586" y="2090254"/>
                </a:lnTo>
                <a:lnTo>
                  <a:pt x="5624931" y="2102027"/>
                </a:lnTo>
                <a:lnTo>
                  <a:pt x="5635142" y="2122601"/>
                </a:lnTo>
                <a:lnTo>
                  <a:pt x="5638673" y="2152764"/>
                </a:lnTo>
                <a:lnTo>
                  <a:pt x="5638673" y="2027275"/>
                </a:lnTo>
                <a:lnTo>
                  <a:pt x="5625350" y="2024126"/>
                </a:lnTo>
                <a:lnTo>
                  <a:pt x="5608523" y="2021941"/>
                </a:lnTo>
                <a:lnTo>
                  <a:pt x="5590375" y="2021230"/>
                </a:lnTo>
                <a:lnTo>
                  <a:pt x="5480418" y="2021230"/>
                </a:lnTo>
                <a:lnTo>
                  <a:pt x="5480418" y="2445842"/>
                </a:lnTo>
                <a:lnTo>
                  <a:pt x="5590375" y="2445842"/>
                </a:lnTo>
                <a:lnTo>
                  <a:pt x="5656300" y="2432723"/>
                </a:lnTo>
                <a:lnTo>
                  <a:pt x="5701462" y="2391562"/>
                </a:lnTo>
                <a:lnTo>
                  <a:pt x="5717248" y="2340673"/>
                </a:lnTo>
                <a:lnTo>
                  <a:pt x="5718365" y="2319197"/>
                </a:lnTo>
                <a:lnTo>
                  <a:pt x="5718365" y="2146731"/>
                </a:lnTo>
                <a:close/>
              </a:path>
              <a:path w="6410959" h="3716020">
                <a:moveTo>
                  <a:pt x="6009449" y="2445842"/>
                </a:moveTo>
                <a:lnTo>
                  <a:pt x="5995187" y="2383117"/>
                </a:lnTo>
                <a:lnTo>
                  <a:pt x="5979820" y="2315578"/>
                </a:lnTo>
                <a:lnTo>
                  <a:pt x="5934291" y="2115451"/>
                </a:lnTo>
                <a:lnTo>
                  <a:pt x="5912853" y="2021230"/>
                </a:lnTo>
                <a:lnTo>
                  <a:pt x="5906732" y="2021230"/>
                </a:lnTo>
                <a:lnTo>
                  <a:pt x="5906732" y="2315578"/>
                </a:lnTo>
                <a:lnTo>
                  <a:pt x="5842660" y="2315578"/>
                </a:lnTo>
                <a:lnTo>
                  <a:pt x="5869229" y="2174468"/>
                </a:lnTo>
                <a:lnTo>
                  <a:pt x="5874055" y="2115451"/>
                </a:lnTo>
                <a:lnTo>
                  <a:pt x="5878881" y="2174468"/>
                </a:lnTo>
                <a:lnTo>
                  <a:pt x="5906732" y="2315578"/>
                </a:lnTo>
                <a:lnTo>
                  <a:pt x="5906732" y="2021230"/>
                </a:lnTo>
                <a:lnTo>
                  <a:pt x="5835421" y="2021230"/>
                </a:lnTo>
                <a:lnTo>
                  <a:pt x="5741225" y="2445842"/>
                </a:lnTo>
                <a:lnTo>
                  <a:pt x="5818505" y="2445842"/>
                </a:lnTo>
                <a:lnTo>
                  <a:pt x="5829452" y="2383117"/>
                </a:lnTo>
                <a:lnTo>
                  <a:pt x="5920105" y="2383117"/>
                </a:lnTo>
                <a:lnTo>
                  <a:pt x="5932170" y="2445842"/>
                </a:lnTo>
                <a:lnTo>
                  <a:pt x="6009449" y="2445842"/>
                </a:lnTo>
                <a:close/>
              </a:path>
              <a:path w="6410959" h="3716020">
                <a:moveTo>
                  <a:pt x="6283477" y="2146731"/>
                </a:moveTo>
                <a:lnTo>
                  <a:pt x="6279121" y="2105977"/>
                </a:lnTo>
                <a:lnTo>
                  <a:pt x="6271628" y="2086508"/>
                </a:lnTo>
                <a:lnTo>
                  <a:pt x="6266726" y="2073757"/>
                </a:lnTo>
                <a:lnTo>
                  <a:pt x="6247346" y="2049665"/>
                </a:lnTo>
                <a:lnTo>
                  <a:pt x="6221971" y="2033295"/>
                </a:lnTo>
                <a:lnTo>
                  <a:pt x="6207010" y="2027885"/>
                </a:lnTo>
                <a:lnTo>
                  <a:pt x="6203785" y="2027135"/>
                </a:lnTo>
                <a:lnTo>
                  <a:pt x="6203785" y="2152764"/>
                </a:lnTo>
                <a:lnTo>
                  <a:pt x="6203785" y="2311958"/>
                </a:lnTo>
                <a:lnTo>
                  <a:pt x="6200559" y="2340673"/>
                </a:lnTo>
                <a:lnTo>
                  <a:pt x="6200457" y="2341664"/>
                </a:lnTo>
                <a:lnTo>
                  <a:pt x="6190678" y="2362314"/>
                </a:lnTo>
                <a:lnTo>
                  <a:pt x="6174778" y="2374379"/>
                </a:lnTo>
                <a:lnTo>
                  <a:pt x="6153061" y="2378303"/>
                </a:lnTo>
                <a:lnTo>
                  <a:pt x="6122962" y="2378303"/>
                </a:lnTo>
                <a:lnTo>
                  <a:pt x="6122962" y="2086508"/>
                </a:lnTo>
                <a:lnTo>
                  <a:pt x="6151943" y="2086508"/>
                </a:lnTo>
                <a:lnTo>
                  <a:pt x="6173762" y="2090254"/>
                </a:lnTo>
                <a:lnTo>
                  <a:pt x="6190056" y="2102027"/>
                </a:lnTo>
                <a:lnTo>
                  <a:pt x="6200254" y="2122601"/>
                </a:lnTo>
                <a:lnTo>
                  <a:pt x="6203785" y="2152764"/>
                </a:lnTo>
                <a:lnTo>
                  <a:pt x="6203785" y="2027135"/>
                </a:lnTo>
                <a:lnTo>
                  <a:pt x="6191021" y="2024126"/>
                </a:lnTo>
                <a:lnTo>
                  <a:pt x="6173889" y="2021941"/>
                </a:lnTo>
                <a:lnTo>
                  <a:pt x="6155487" y="2021230"/>
                </a:lnTo>
                <a:lnTo>
                  <a:pt x="6046813" y="2021230"/>
                </a:lnTo>
                <a:lnTo>
                  <a:pt x="6046813" y="2445842"/>
                </a:lnTo>
                <a:lnTo>
                  <a:pt x="6155487" y="2445842"/>
                </a:lnTo>
                <a:lnTo>
                  <a:pt x="6221958" y="2432723"/>
                </a:lnTo>
                <a:lnTo>
                  <a:pt x="6266573" y="2391562"/>
                </a:lnTo>
                <a:lnTo>
                  <a:pt x="6273546" y="2378303"/>
                </a:lnTo>
                <a:lnTo>
                  <a:pt x="6274308" y="2376868"/>
                </a:lnTo>
                <a:lnTo>
                  <a:pt x="6279553" y="2359901"/>
                </a:lnTo>
                <a:lnTo>
                  <a:pt x="6282537" y="2340673"/>
                </a:lnTo>
                <a:lnTo>
                  <a:pt x="6283477" y="2319197"/>
                </a:lnTo>
                <a:lnTo>
                  <a:pt x="6283477" y="2146731"/>
                </a:lnTo>
                <a:close/>
              </a:path>
              <a:path w="6410959" h="3716020">
                <a:moveTo>
                  <a:pt x="6410452" y="0"/>
                </a:moveTo>
                <a:lnTo>
                  <a:pt x="6089154" y="0"/>
                </a:lnTo>
                <a:lnTo>
                  <a:pt x="6089154" y="713981"/>
                </a:lnTo>
                <a:lnTo>
                  <a:pt x="6095111" y="858685"/>
                </a:lnTo>
                <a:lnTo>
                  <a:pt x="6070955" y="769454"/>
                </a:lnTo>
                <a:lnTo>
                  <a:pt x="6050877" y="713981"/>
                </a:lnTo>
                <a:lnTo>
                  <a:pt x="5792368" y="0"/>
                </a:lnTo>
                <a:lnTo>
                  <a:pt x="5461089" y="0"/>
                </a:lnTo>
                <a:lnTo>
                  <a:pt x="5461089" y="1587144"/>
                </a:lnTo>
                <a:lnTo>
                  <a:pt x="5790819" y="1587144"/>
                </a:lnTo>
                <a:lnTo>
                  <a:pt x="5790819" y="872020"/>
                </a:lnTo>
                <a:lnTo>
                  <a:pt x="5781154" y="713981"/>
                </a:lnTo>
                <a:lnTo>
                  <a:pt x="5808853" y="805624"/>
                </a:lnTo>
                <a:lnTo>
                  <a:pt x="6097524" y="1587144"/>
                </a:lnTo>
                <a:lnTo>
                  <a:pt x="6410452" y="1587144"/>
                </a:lnTo>
                <a:lnTo>
                  <a:pt x="6410452" y="858685"/>
                </a:lnTo>
                <a:lnTo>
                  <a:pt x="6410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solidFill>
                  <a:srgbClr val="000000"/>
                </a:solidFill>
                <a:latin typeface="Calibri"/>
                <a:cs typeface="Calibri"/>
              </a:rPr>
              <a:t>ARREGLOS</a:t>
            </a:r>
            <a:r>
              <a:rPr sz="4800" spc="-2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"/>
                <a:cs typeface="Calibri"/>
              </a:rPr>
              <a:t>PARALELOS, </a:t>
            </a:r>
            <a:r>
              <a:rPr sz="4800" dirty="0">
                <a:solidFill>
                  <a:srgbClr val="000000"/>
                </a:solidFill>
                <a:latin typeface="Calibri"/>
                <a:cs typeface="Calibri"/>
              </a:rPr>
              <a:t>ESTRUCTURAS</a:t>
            </a:r>
            <a:r>
              <a:rPr sz="4800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sz="4800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Calibri"/>
                <a:cs typeface="Calibri"/>
              </a:rPr>
              <a:t>ORDENAMIENTO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1611" y="244221"/>
            <a:ext cx="54171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72727"/>
                </a:solidFill>
                <a:latin typeface="Arial MT"/>
                <a:cs typeface="Arial MT"/>
              </a:rPr>
              <a:t>INGENIERÍA</a:t>
            </a:r>
            <a:r>
              <a:rPr sz="1500" spc="-9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72727"/>
                </a:solidFill>
                <a:latin typeface="Arial MT"/>
                <a:cs typeface="Arial MT"/>
              </a:rPr>
              <a:t>DE</a:t>
            </a:r>
            <a:r>
              <a:rPr sz="1500" spc="-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72727"/>
                </a:solidFill>
                <a:latin typeface="Arial MT"/>
                <a:cs typeface="Arial MT"/>
              </a:rPr>
              <a:t>SISTEMAS</a:t>
            </a:r>
            <a:r>
              <a:rPr sz="1500" spc="-1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272727"/>
                </a:solidFill>
                <a:latin typeface="Arial MT"/>
                <a:cs typeface="Arial MT"/>
              </a:rPr>
              <a:t>COMPUTACIONALES</a:t>
            </a:r>
            <a:r>
              <a:rPr sz="1500" spc="30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latin typeface="Calibri"/>
                <a:cs typeface="Calibri"/>
              </a:rPr>
              <a:t>–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SEMANA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8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0976" y="4135373"/>
            <a:ext cx="40754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Docente: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MBA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Ing.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Percy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Pardo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Zapata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79306" y="0"/>
            <a:ext cx="3512820" cy="6824980"/>
            <a:chOff x="8679306" y="0"/>
            <a:chExt cx="3512820" cy="68249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5468" y="0"/>
              <a:ext cx="946480" cy="15087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9306" y="5870674"/>
              <a:ext cx="598500" cy="9540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1682" y="609600"/>
            <a:ext cx="4048633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z="6000" b="1" dirty="0">
                <a:solidFill>
                  <a:srgbClr val="272727"/>
                </a:solidFill>
              </a:rPr>
              <a:t>G</a:t>
            </a:r>
            <a:r>
              <a:rPr lang="es-PE" sz="6000" b="1" dirty="0">
                <a:solidFill>
                  <a:srgbClr val="272727"/>
                </a:solidFill>
              </a:rPr>
              <a:t>RUPO 2</a:t>
            </a:r>
            <a:endParaRPr sz="6000" b="1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2CFDEDC-095F-3744-CD04-D94053B5AAE9}"/>
              </a:ext>
            </a:extLst>
          </p:cNvPr>
          <p:cNvSpPr txBox="1"/>
          <p:nvPr/>
        </p:nvSpPr>
        <p:spPr>
          <a:xfrm>
            <a:off x="3023806" y="2354667"/>
            <a:ext cx="6144387" cy="2148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82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</a:pPr>
            <a:r>
              <a:rPr lang="es-US" sz="1800" b="1" u="sng" dirty="0">
                <a:solidFill>
                  <a:schemeClr val="tx1"/>
                </a:solidFill>
                <a:uFill>
                  <a:solidFill>
                    <a:srgbClr val="676767"/>
                  </a:solidFill>
                </a:uFill>
                <a:latin typeface="Arial MT"/>
                <a:cs typeface="Arial MT"/>
              </a:rPr>
              <a:t>INTEGRANTES:</a:t>
            </a:r>
          </a:p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</a:pP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dirty="0">
                <a:solidFill>
                  <a:schemeClr val="tx1"/>
                </a:solidFill>
                <a:latin typeface="Arial MT"/>
                <a:cs typeface="Arial MT"/>
              </a:rPr>
              <a:t>Juan Carlos Alvarez Ayala. (N00492243).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419" b="1" i="0" dirty="0">
                <a:solidFill>
                  <a:schemeClr val="tx1"/>
                </a:solidFill>
                <a:effectLst/>
                <a:latin typeface="Arial MT"/>
              </a:rPr>
              <a:t>Gelcy Mirely Niño de Guzman Velasco. (N00479498).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spc="-10" dirty="0">
                <a:solidFill>
                  <a:schemeClr val="tx1"/>
                </a:solidFill>
                <a:latin typeface="Arial MT"/>
                <a:cs typeface="Arial MT"/>
              </a:rPr>
              <a:t>Yalexia Maribel Uriarte Ahuanari</a:t>
            </a:r>
            <a:r>
              <a:rPr lang="es-US" b="1" spc="-10" dirty="0">
                <a:solidFill>
                  <a:schemeClr val="tx1"/>
                </a:solidFill>
                <a:latin typeface="Arial MT"/>
                <a:cs typeface="Arial MT"/>
              </a:rPr>
              <a:t>. (N00480485).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spc="-10" dirty="0">
                <a:solidFill>
                  <a:schemeClr val="tx1"/>
                </a:solidFill>
                <a:latin typeface="Arial MT"/>
                <a:cs typeface="Arial MT"/>
              </a:rPr>
              <a:t>Fermin Reyes Andres</a:t>
            </a:r>
            <a:r>
              <a:rPr lang="es-US" b="1" spc="-10" dirty="0">
                <a:solidFill>
                  <a:schemeClr val="tx1"/>
                </a:solidFill>
                <a:latin typeface="Arial MT"/>
                <a:cs typeface="Arial MT"/>
              </a:rPr>
              <a:t>. (N00509610).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83734" y="315544"/>
            <a:ext cx="322643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rgbClr val="272727"/>
                </a:solidFill>
              </a:rPr>
              <a:t>EJERCICIOS</a:t>
            </a:r>
            <a:endParaRPr sz="4200"/>
          </a:p>
        </p:txBody>
      </p:sp>
      <p:pic>
        <p:nvPicPr>
          <p:cNvPr id="3" name="object 3" descr="Cómo el ejercicio mejora tu cerebro - Hoy Saludabl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157" y="1207300"/>
            <a:ext cx="8139683" cy="54291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EJERCICIOS: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8553A5-8B82-5800-E26E-50E2D4D6C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8" y="552915"/>
            <a:ext cx="10607643" cy="122413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563E5C-92F2-11D1-512C-1B881E48D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50" y="1881504"/>
            <a:ext cx="10607642" cy="48489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E6FD434-1D82-2ABE-8255-ED06D8EF1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92" y="12192"/>
            <a:ext cx="9613215" cy="19912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D09EFC-D901-B8D7-58D3-630970885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92" y="1524000"/>
            <a:ext cx="9613215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4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EDA0DB0-8C26-9988-288B-4E1BF58EF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76200"/>
            <a:ext cx="9745435" cy="1143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F85E94A-3660-89B5-ADA9-E3E35C18E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172" y="1166140"/>
            <a:ext cx="9745435" cy="553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81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D836326-DDD0-FBA3-4596-1AF0D1184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02" y="24384"/>
            <a:ext cx="9753600" cy="11308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0B3ACB3-F67D-3D32-80E3-33F0993D6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006" y="1155193"/>
            <a:ext cx="9753600" cy="372160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6AC0AA5-8CF5-31EB-1259-E0A31939C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150" y="4876800"/>
            <a:ext cx="5547450" cy="16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79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4E42D3B-02DA-4B68-B643-045DC3738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2400"/>
            <a:ext cx="10439400" cy="1143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5E7668E-5C0E-41F6-CEEA-FC2B587E0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95400"/>
            <a:ext cx="104394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7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F15AF5A-E6D6-D187-1E1B-EDE504B7F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2400"/>
            <a:ext cx="10515600" cy="12192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8FFD257-2573-EDE4-66D3-38EEB92FB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1371600"/>
            <a:ext cx="60198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3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CB38CAF-F4F7-35DF-8FCC-2F62899A1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2400"/>
            <a:ext cx="10287000" cy="1295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D220C7E-98AE-AEC8-88A4-FBEE30364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447800"/>
            <a:ext cx="9601200" cy="40386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8AAE448-306C-641B-9352-CC1DF19AE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5486400"/>
            <a:ext cx="9601200" cy="91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05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2CA6492-3127-19EA-294C-113AF1B1E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2400"/>
            <a:ext cx="10515600" cy="914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B1B19B7-EC46-B51E-97C9-885598A192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948" y="1066800"/>
            <a:ext cx="8299704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2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E3D7F26-059F-D352-8ECF-EA0C8FD3F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541" y="457200"/>
            <a:ext cx="7414918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02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6B4CB5B-C6B7-2546-56E1-97CCBEB1A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2400"/>
            <a:ext cx="10668000" cy="12192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C313F2A-1DC6-C710-C916-4F0ACEB2E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939" y="1371600"/>
            <a:ext cx="6266146" cy="5334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90DEBE2-3C95-2509-05A6-BB0CB4C00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275" y="1371600"/>
            <a:ext cx="4440715" cy="272186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E0E1C9B-2512-39DA-E0DA-FF6C0F7823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081" y="4093464"/>
            <a:ext cx="4465099" cy="265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51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68BAE2-4723-80F0-81EA-0A49F2C71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2401"/>
            <a:ext cx="10515600" cy="10668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EFD545B-06BC-AC41-C5C3-67094C61A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219200"/>
            <a:ext cx="7239000" cy="541019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A0D91C4-58B3-70F7-0F76-D5EA8FF20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219199"/>
            <a:ext cx="3276600" cy="54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18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9CC5A11-EB64-3E0C-7E7C-B892513A7023}"/>
              </a:ext>
            </a:extLst>
          </p:cNvPr>
          <p:cNvSpPr txBox="1"/>
          <p:nvPr/>
        </p:nvSpPr>
        <p:spPr>
          <a:xfrm>
            <a:off x="1828800" y="304800"/>
            <a:ext cx="7772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4000" b="1" u="sng" dirty="0"/>
              <a:t>EXPRESIONES REGULARES (REGEX)</a:t>
            </a:r>
            <a:endParaRPr lang="es-PE" sz="4000" b="1" u="sng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D446FE-3C43-7C3F-9529-A3F17AC0ED90}"/>
              </a:ext>
            </a:extLst>
          </p:cNvPr>
          <p:cNvSpPr txBox="1"/>
          <p:nvPr/>
        </p:nvSpPr>
        <p:spPr>
          <a:xfrm>
            <a:off x="1524000" y="2590800"/>
            <a:ext cx="876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PE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E3FD19B-2D14-16A6-7361-AA77B52F3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866264"/>
            <a:ext cx="7315200" cy="407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74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6F58FE4-AB5B-7B5C-B2E1-9AD58277A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38200"/>
            <a:ext cx="9601200" cy="5105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F3C1A1A-3D6A-DED0-11F9-730FEE1FE42E}"/>
              </a:ext>
            </a:extLst>
          </p:cNvPr>
          <p:cNvSpPr txBox="1"/>
          <p:nvPr/>
        </p:nvSpPr>
        <p:spPr>
          <a:xfrm>
            <a:off x="762000" y="3810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Extracción y Validación de Correo Electrónico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02841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F3C1A1A-3D6A-DED0-11F9-730FEE1FE42E}"/>
              </a:ext>
            </a:extLst>
          </p:cNvPr>
          <p:cNvSpPr txBox="1"/>
          <p:nvPr/>
        </p:nvSpPr>
        <p:spPr>
          <a:xfrm>
            <a:off x="762000" y="3810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Búsqueda de Números de Teléfono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496404-24CA-455E-D331-90EF58322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0332"/>
            <a:ext cx="9753600" cy="488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66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F3C1A1A-3D6A-DED0-11F9-730FEE1FE42E}"/>
              </a:ext>
            </a:extLst>
          </p:cNvPr>
          <p:cNvSpPr txBox="1"/>
          <p:nvPr/>
        </p:nvSpPr>
        <p:spPr>
          <a:xfrm>
            <a:off x="749808" y="340852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Búsqueda de Documentos de Identidad (DNI)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5C4F57-5EB3-2715-AD67-0A47ABDE4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16368"/>
            <a:ext cx="9906000" cy="525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41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28213" y="2715844"/>
            <a:ext cx="573913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spc="-10" dirty="0">
                <a:solidFill>
                  <a:srgbClr val="272727"/>
                </a:solidFill>
              </a:rPr>
              <a:t>¡GRACIAS!</a:t>
            </a:r>
            <a:endParaRPr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8D1D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89</Words>
  <Application>Microsoft Office PowerPoint</Application>
  <PresentationFormat>Panorámica</PresentationFormat>
  <Paragraphs>17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Arial MT</vt:lpstr>
      <vt:lpstr>Calibri</vt:lpstr>
      <vt:lpstr>Wingdings</vt:lpstr>
      <vt:lpstr>Office Theme</vt:lpstr>
      <vt:lpstr>Presentación de PowerPoint</vt:lpstr>
      <vt:lpstr>ARREGLOS PARALELOS, ESTRUCTURAS Y ORDENAMIENTO</vt:lpstr>
      <vt:lpstr>GRUPO 2</vt:lpstr>
      <vt:lpstr>EJERCICIOS</vt:lpstr>
      <vt:lpstr>EJERCICIOS: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.</dc:creator>
  <cp:lastModifiedBy>JUAN CARLOS ALVAREZ AYALA</cp:lastModifiedBy>
  <cp:revision>5</cp:revision>
  <dcterms:created xsi:type="dcterms:W3CDTF">2026-05-20T03:35:41Z</dcterms:created>
  <dcterms:modified xsi:type="dcterms:W3CDTF">2026-05-27T04:44:14Z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2026-05-11T00:00:00Z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2026-05-20T00:00:00Z</vt:filetime>
  </property>
  <property fmtid="{D5CDD505-2E9C-101B-9397-08002B2CF9AE}" pid="6" name="Producer">
    <vt:lpwstr>Microsoft® PowerPoint® para Microsoft 365</vt:lpwstr>
  </property>
</Properties>
</file>