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5" r:id="rId4"/>
    <p:sldId id="267" r:id="rId5"/>
    <p:sldId id="465" r:id="rId6"/>
    <p:sldId id="273" r:id="rId7"/>
    <p:sldId id="455" r:id="rId8"/>
    <p:sldId id="469" r:id="rId9"/>
    <p:sldId id="456" r:id="rId10"/>
    <p:sldId id="457" r:id="rId11"/>
    <p:sldId id="466" r:id="rId12"/>
    <p:sldId id="470" r:id="rId13"/>
    <p:sldId id="276" r:id="rId14"/>
    <p:sldId id="471" r:id="rId15"/>
    <p:sldId id="472" r:id="rId16"/>
    <p:sldId id="277" r:id="rId17"/>
    <p:sldId id="473" r:id="rId18"/>
    <p:sldId id="474" r:id="rId19"/>
    <p:sldId id="475" r:id="rId20"/>
    <p:sldId id="476" r:id="rId21"/>
    <p:sldId id="477" r:id="rId22"/>
    <p:sldId id="478" r:id="rId23"/>
    <p:sldId id="467" r:id="rId24"/>
    <p:sldId id="479" r:id="rId25"/>
    <p:sldId id="480" r:id="rId26"/>
    <p:sldId id="481" r:id="rId27"/>
    <p:sldId id="482" r:id="rId28"/>
    <p:sldId id="483" r:id="rId29"/>
    <p:sldId id="484" r:id="rId30"/>
    <p:sldId id="485" r:id="rId31"/>
    <p:sldId id="486" r:id="rId32"/>
    <p:sldId id="468" r:id="rId33"/>
    <p:sldId id="487" r:id="rId34"/>
    <p:sldId id="488" r:id="rId35"/>
    <p:sldId id="489" r:id="rId36"/>
    <p:sldId id="459" r:id="rId37"/>
    <p:sldId id="490" r:id="rId38"/>
    <p:sldId id="491" r:id="rId39"/>
    <p:sldId id="494" r:id="rId40"/>
    <p:sldId id="493" r:id="rId41"/>
    <p:sldId id="274" r:id="rId4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35150"/>
            <a:ext cx="313417" cy="71437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70214" y="5834725"/>
            <a:ext cx="2931032" cy="89988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51253" y="2573477"/>
            <a:ext cx="8889492" cy="1336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EEA8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67676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EEA8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67676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EEA8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EA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12600" y="237401"/>
            <a:ext cx="279400" cy="80717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12600" y="1244091"/>
            <a:ext cx="279400" cy="47625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54893" y="275513"/>
            <a:ext cx="658088" cy="79560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11662" y="0"/>
            <a:ext cx="1180312" cy="18815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EEA8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24869" y="304800"/>
            <a:ext cx="635000" cy="6572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912600" y="460375"/>
            <a:ext cx="279400" cy="4762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30909" y="127838"/>
            <a:ext cx="4648835" cy="33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EEA8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17394" y="2455621"/>
            <a:ext cx="7614284" cy="1818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67676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02268" y="1565363"/>
            <a:ext cx="6410960" cy="3716020"/>
          </a:xfrm>
          <a:custGeom>
            <a:avLst/>
            <a:gdLst/>
            <a:ahLst/>
            <a:cxnLst/>
            <a:rect l="l" t="t" r="r" b="b"/>
            <a:pathLst>
              <a:path w="6410959" h="3716020">
                <a:moveTo>
                  <a:pt x="1352613" y="3709759"/>
                </a:moveTo>
                <a:lnTo>
                  <a:pt x="1352600" y="38"/>
                </a:lnTo>
                <a:lnTo>
                  <a:pt x="972896" y="38"/>
                </a:lnTo>
                <a:lnTo>
                  <a:pt x="951826" y="29959"/>
                </a:lnTo>
                <a:lnTo>
                  <a:pt x="922528" y="70510"/>
                </a:lnTo>
                <a:lnTo>
                  <a:pt x="892721" y="110693"/>
                </a:lnTo>
                <a:lnTo>
                  <a:pt x="862431" y="150495"/>
                </a:lnTo>
                <a:lnTo>
                  <a:pt x="831646" y="189928"/>
                </a:lnTo>
                <a:lnTo>
                  <a:pt x="800366" y="228968"/>
                </a:lnTo>
                <a:lnTo>
                  <a:pt x="768616" y="267614"/>
                </a:lnTo>
                <a:lnTo>
                  <a:pt x="736384" y="305866"/>
                </a:lnTo>
                <a:lnTo>
                  <a:pt x="703668" y="343700"/>
                </a:lnTo>
                <a:lnTo>
                  <a:pt x="670483" y="381114"/>
                </a:lnTo>
                <a:lnTo>
                  <a:pt x="636816" y="418096"/>
                </a:lnTo>
                <a:lnTo>
                  <a:pt x="602691" y="454660"/>
                </a:lnTo>
                <a:lnTo>
                  <a:pt x="568096" y="490778"/>
                </a:lnTo>
                <a:lnTo>
                  <a:pt x="533031" y="526453"/>
                </a:lnTo>
                <a:lnTo>
                  <a:pt x="497509" y="561670"/>
                </a:lnTo>
                <a:lnTo>
                  <a:pt x="461543" y="596417"/>
                </a:lnTo>
                <a:lnTo>
                  <a:pt x="425107" y="630707"/>
                </a:lnTo>
                <a:lnTo>
                  <a:pt x="388366" y="664387"/>
                </a:lnTo>
                <a:lnTo>
                  <a:pt x="351269" y="697636"/>
                </a:lnTo>
                <a:lnTo>
                  <a:pt x="313791" y="730440"/>
                </a:lnTo>
                <a:lnTo>
                  <a:pt x="275932" y="762787"/>
                </a:lnTo>
                <a:lnTo>
                  <a:pt x="237705" y="794677"/>
                </a:lnTo>
                <a:lnTo>
                  <a:pt x="199085" y="826096"/>
                </a:lnTo>
                <a:lnTo>
                  <a:pt x="160083" y="857034"/>
                </a:lnTo>
                <a:lnTo>
                  <a:pt x="120675" y="887463"/>
                </a:lnTo>
                <a:lnTo>
                  <a:pt x="80860" y="917409"/>
                </a:lnTo>
                <a:lnTo>
                  <a:pt x="40640" y="946823"/>
                </a:lnTo>
                <a:lnTo>
                  <a:pt x="0" y="975728"/>
                </a:lnTo>
                <a:lnTo>
                  <a:pt x="0" y="1590687"/>
                </a:lnTo>
                <a:lnTo>
                  <a:pt x="42621" y="1565135"/>
                </a:lnTo>
                <a:lnTo>
                  <a:pt x="84963" y="1539138"/>
                </a:lnTo>
                <a:lnTo>
                  <a:pt x="127012" y="1512684"/>
                </a:lnTo>
                <a:lnTo>
                  <a:pt x="168770" y="1485798"/>
                </a:lnTo>
                <a:lnTo>
                  <a:pt x="210235" y="1458468"/>
                </a:lnTo>
                <a:lnTo>
                  <a:pt x="251396" y="1430693"/>
                </a:lnTo>
                <a:lnTo>
                  <a:pt x="292252" y="1402486"/>
                </a:lnTo>
                <a:lnTo>
                  <a:pt x="332790" y="1373847"/>
                </a:lnTo>
                <a:lnTo>
                  <a:pt x="372999" y="1344777"/>
                </a:lnTo>
                <a:lnTo>
                  <a:pt x="412877" y="1315275"/>
                </a:lnTo>
                <a:lnTo>
                  <a:pt x="452424" y="1285354"/>
                </a:lnTo>
                <a:lnTo>
                  <a:pt x="491629" y="1255014"/>
                </a:lnTo>
                <a:lnTo>
                  <a:pt x="530491" y="1224241"/>
                </a:lnTo>
                <a:lnTo>
                  <a:pt x="568998" y="1193063"/>
                </a:lnTo>
                <a:lnTo>
                  <a:pt x="607136" y="1161478"/>
                </a:lnTo>
                <a:lnTo>
                  <a:pt x="644918" y="1129474"/>
                </a:lnTo>
                <a:lnTo>
                  <a:pt x="682320" y="1097064"/>
                </a:lnTo>
                <a:lnTo>
                  <a:pt x="719353" y="1064260"/>
                </a:lnTo>
                <a:lnTo>
                  <a:pt x="755992" y="1031036"/>
                </a:lnTo>
                <a:lnTo>
                  <a:pt x="807948" y="982954"/>
                </a:lnTo>
                <a:lnTo>
                  <a:pt x="807948" y="3709759"/>
                </a:lnTo>
                <a:lnTo>
                  <a:pt x="1352613" y="3709759"/>
                </a:lnTo>
                <a:close/>
              </a:path>
              <a:path w="6410959" h="3716020">
                <a:moveTo>
                  <a:pt x="2906839" y="975728"/>
                </a:moveTo>
                <a:lnTo>
                  <a:pt x="2866186" y="946823"/>
                </a:lnTo>
                <a:lnTo>
                  <a:pt x="2825902" y="917409"/>
                </a:lnTo>
                <a:lnTo>
                  <a:pt x="2785973" y="887463"/>
                </a:lnTo>
                <a:lnTo>
                  <a:pt x="2746425" y="857034"/>
                </a:lnTo>
                <a:lnTo>
                  <a:pt x="2707259" y="826096"/>
                </a:lnTo>
                <a:lnTo>
                  <a:pt x="2668486" y="794677"/>
                </a:lnTo>
                <a:lnTo>
                  <a:pt x="2630093" y="762787"/>
                </a:lnTo>
                <a:lnTo>
                  <a:pt x="2592095" y="730440"/>
                </a:lnTo>
                <a:lnTo>
                  <a:pt x="2554490" y="697636"/>
                </a:lnTo>
                <a:lnTo>
                  <a:pt x="2517305" y="664387"/>
                </a:lnTo>
                <a:lnTo>
                  <a:pt x="2480513" y="630707"/>
                </a:lnTo>
                <a:lnTo>
                  <a:pt x="2444292" y="596417"/>
                </a:lnTo>
                <a:lnTo>
                  <a:pt x="2408478" y="561670"/>
                </a:lnTo>
                <a:lnTo>
                  <a:pt x="2373071" y="526453"/>
                </a:lnTo>
                <a:lnTo>
                  <a:pt x="2338082" y="490778"/>
                </a:lnTo>
                <a:lnTo>
                  <a:pt x="2303526" y="454660"/>
                </a:lnTo>
                <a:lnTo>
                  <a:pt x="2269413" y="418096"/>
                </a:lnTo>
                <a:lnTo>
                  <a:pt x="2235733" y="381114"/>
                </a:lnTo>
                <a:lnTo>
                  <a:pt x="2202510" y="343700"/>
                </a:lnTo>
                <a:lnTo>
                  <a:pt x="2169744" y="305866"/>
                </a:lnTo>
                <a:lnTo>
                  <a:pt x="2137448" y="267614"/>
                </a:lnTo>
                <a:lnTo>
                  <a:pt x="2105622" y="228968"/>
                </a:lnTo>
                <a:lnTo>
                  <a:pt x="2074278" y="189928"/>
                </a:lnTo>
                <a:lnTo>
                  <a:pt x="2043430" y="150495"/>
                </a:lnTo>
                <a:lnTo>
                  <a:pt x="2013077" y="110693"/>
                </a:lnTo>
                <a:lnTo>
                  <a:pt x="1983219" y="70510"/>
                </a:lnTo>
                <a:lnTo>
                  <a:pt x="1953882" y="29959"/>
                </a:lnTo>
                <a:lnTo>
                  <a:pt x="1932800" y="25"/>
                </a:lnTo>
                <a:lnTo>
                  <a:pt x="1554289" y="25"/>
                </a:lnTo>
                <a:lnTo>
                  <a:pt x="1554289" y="3709759"/>
                </a:lnTo>
                <a:lnTo>
                  <a:pt x="2098954" y="3709759"/>
                </a:lnTo>
                <a:lnTo>
                  <a:pt x="2098954" y="982954"/>
                </a:lnTo>
                <a:lnTo>
                  <a:pt x="2150808" y="1031036"/>
                </a:lnTo>
                <a:lnTo>
                  <a:pt x="2187435" y="1064260"/>
                </a:lnTo>
                <a:lnTo>
                  <a:pt x="2224430" y="1097064"/>
                </a:lnTo>
                <a:lnTo>
                  <a:pt x="2261781" y="1129474"/>
                </a:lnTo>
                <a:lnTo>
                  <a:pt x="2299512" y="1161478"/>
                </a:lnTo>
                <a:lnTo>
                  <a:pt x="2337600" y="1193063"/>
                </a:lnTo>
                <a:lnTo>
                  <a:pt x="2376043" y="1224241"/>
                </a:lnTo>
                <a:lnTo>
                  <a:pt x="2414841" y="1255014"/>
                </a:lnTo>
                <a:lnTo>
                  <a:pt x="2453995" y="1285354"/>
                </a:lnTo>
                <a:lnTo>
                  <a:pt x="2493492" y="1315275"/>
                </a:lnTo>
                <a:lnTo>
                  <a:pt x="2533345" y="1344777"/>
                </a:lnTo>
                <a:lnTo>
                  <a:pt x="2573528" y="1373847"/>
                </a:lnTo>
                <a:lnTo>
                  <a:pt x="2614053" y="1402486"/>
                </a:lnTo>
                <a:lnTo>
                  <a:pt x="2654897" y="1430693"/>
                </a:lnTo>
                <a:lnTo>
                  <a:pt x="2696083" y="1458468"/>
                </a:lnTo>
                <a:lnTo>
                  <a:pt x="2737599" y="1485798"/>
                </a:lnTo>
                <a:lnTo>
                  <a:pt x="2779433" y="1512684"/>
                </a:lnTo>
                <a:lnTo>
                  <a:pt x="2821584" y="1539138"/>
                </a:lnTo>
                <a:lnTo>
                  <a:pt x="2864066" y="1565135"/>
                </a:lnTo>
                <a:lnTo>
                  <a:pt x="2906839" y="1590687"/>
                </a:lnTo>
                <a:lnTo>
                  <a:pt x="2906839" y="975728"/>
                </a:lnTo>
                <a:close/>
              </a:path>
              <a:path w="6410959" h="3716020">
                <a:moveTo>
                  <a:pt x="3607346" y="2759392"/>
                </a:moveTo>
                <a:lnTo>
                  <a:pt x="3601440" y="2717190"/>
                </a:lnTo>
                <a:lnTo>
                  <a:pt x="3579533" y="2677693"/>
                </a:lnTo>
                <a:lnTo>
                  <a:pt x="3543096" y="2658326"/>
                </a:lnTo>
                <a:lnTo>
                  <a:pt x="3531197" y="2656929"/>
                </a:lnTo>
                <a:lnTo>
                  <a:pt x="3531197" y="2761805"/>
                </a:lnTo>
                <a:lnTo>
                  <a:pt x="3531197" y="2830550"/>
                </a:lnTo>
                <a:lnTo>
                  <a:pt x="3528466" y="2850438"/>
                </a:lnTo>
                <a:lnTo>
                  <a:pt x="3520186" y="2864789"/>
                </a:lnTo>
                <a:lnTo>
                  <a:pt x="3506266" y="2873476"/>
                </a:lnTo>
                <a:lnTo>
                  <a:pt x="3486594" y="2876397"/>
                </a:lnTo>
                <a:lnTo>
                  <a:pt x="3452787" y="2876397"/>
                </a:lnTo>
                <a:lnTo>
                  <a:pt x="3452787" y="2717190"/>
                </a:lnTo>
                <a:lnTo>
                  <a:pt x="3486594" y="2717190"/>
                </a:lnTo>
                <a:lnTo>
                  <a:pt x="3506813" y="2719590"/>
                </a:lnTo>
                <a:lnTo>
                  <a:pt x="3520668" y="2727287"/>
                </a:lnTo>
                <a:lnTo>
                  <a:pt x="3528644" y="2741104"/>
                </a:lnTo>
                <a:lnTo>
                  <a:pt x="3531197" y="2761805"/>
                </a:lnTo>
                <a:lnTo>
                  <a:pt x="3531197" y="2656929"/>
                </a:lnTo>
                <a:lnTo>
                  <a:pt x="3490137" y="2652064"/>
                </a:lnTo>
                <a:lnTo>
                  <a:pt x="3377920" y="2652064"/>
                </a:lnTo>
                <a:lnTo>
                  <a:pt x="3377920" y="3076587"/>
                </a:lnTo>
                <a:lnTo>
                  <a:pt x="3452787" y="3076587"/>
                </a:lnTo>
                <a:lnTo>
                  <a:pt x="3452787" y="2943936"/>
                </a:lnTo>
                <a:lnTo>
                  <a:pt x="3491433" y="2943936"/>
                </a:lnTo>
                <a:lnTo>
                  <a:pt x="3544189" y="2936240"/>
                </a:lnTo>
                <a:lnTo>
                  <a:pt x="3580180" y="2914078"/>
                </a:lnTo>
                <a:lnTo>
                  <a:pt x="3600780" y="2878798"/>
                </a:lnTo>
                <a:lnTo>
                  <a:pt x="3607346" y="2831757"/>
                </a:lnTo>
                <a:lnTo>
                  <a:pt x="3607346" y="2759392"/>
                </a:lnTo>
                <a:close/>
              </a:path>
              <a:path w="6410959" h="3716020">
                <a:moveTo>
                  <a:pt x="3607346" y="2021230"/>
                </a:moveTo>
                <a:lnTo>
                  <a:pt x="3530066" y="2021230"/>
                </a:lnTo>
                <a:lnTo>
                  <a:pt x="3530066" y="2320404"/>
                </a:lnTo>
                <a:lnTo>
                  <a:pt x="3527933" y="2346566"/>
                </a:lnTo>
                <a:lnTo>
                  <a:pt x="3521138" y="2364130"/>
                </a:lnTo>
                <a:lnTo>
                  <a:pt x="3509149" y="2373998"/>
                </a:lnTo>
                <a:lnTo>
                  <a:pt x="3491433" y="2377097"/>
                </a:lnTo>
                <a:lnTo>
                  <a:pt x="3473640" y="2373998"/>
                </a:lnTo>
                <a:lnTo>
                  <a:pt x="3461664" y="2364130"/>
                </a:lnTo>
                <a:lnTo>
                  <a:pt x="3454908" y="2346566"/>
                </a:lnTo>
                <a:lnTo>
                  <a:pt x="3452787" y="2320404"/>
                </a:lnTo>
                <a:lnTo>
                  <a:pt x="3452787" y="2021230"/>
                </a:lnTo>
                <a:lnTo>
                  <a:pt x="3375507" y="2021230"/>
                </a:lnTo>
                <a:lnTo>
                  <a:pt x="3375507" y="2325230"/>
                </a:lnTo>
                <a:lnTo>
                  <a:pt x="3382759" y="2382151"/>
                </a:lnTo>
                <a:lnTo>
                  <a:pt x="3404489" y="2421559"/>
                </a:lnTo>
                <a:lnTo>
                  <a:pt x="3440722" y="2444458"/>
                </a:lnTo>
                <a:lnTo>
                  <a:pt x="3491433" y="2451874"/>
                </a:lnTo>
                <a:lnTo>
                  <a:pt x="3541128" y="2444458"/>
                </a:lnTo>
                <a:lnTo>
                  <a:pt x="3577463" y="2421559"/>
                </a:lnTo>
                <a:lnTo>
                  <a:pt x="3599764" y="2382151"/>
                </a:lnTo>
                <a:lnTo>
                  <a:pt x="3607346" y="2325230"/>
                </a:lnTo>
                <a:lnTo>
                  <a:pt x="3607346" y="2021230"/>
                </a:lnTo>
                <a:close/>
              </a:path>
              <a:path w="6410959" h="3716020">
                <a:moveTo>
                  <a:pt x="3614597" y="3410661"/>
                </a:moveTo>
                <a:lnTo>
                  <a:pt x="3610394" y="3369881"/>
                </a:lnTo>
                <a:lnTo>
                  <a:pt x="3603028" y="3350374"/>
                </a:lnTo>
                <a:lnTo>
                  <a:pt x="3598253" y="3337699"/>
                </a:lnTo>
                <a:lnTo>
                  <a:pt x="3578872" y="3313658"/>
                </a:lnTo>
                <a:lnTo>
                  <a:pt x="3552926" y="3297301"/>
                </a:lnTo>
                <a:lnTo>
                  <a:pt x="3537991" y="3291662"/>
                </a:lnTo>
                <a:lnTo>
                  <a:pt x="3534905" y="3290862"/>
                </a:lnTo>
                <a:lnTo>
                  <a:pt x="3534905" y="3415487"/>
                </a:lnTo>
                <a:lnTo>
                  <a:pt x="3534905" y="3575888"/>
                </a:lnTo>
                <a:lnTo>
                  <a:pt x="3521735" y="3625646"/>
                </a:lnTo>
                <a:lnTo>
                  <a:pt x="3484181" y="3641013"/>
                </a:lnTo>
                <a:lnTo>
                  <a:pt x="3453917" y="3641013"/>
                </a:lnTo>
                <a:lnTo>
                  <a:pt x="3453917" y="3350374"/>
                </a:lnTo>
                <a:lnTo>
                  <a:pt x="3482898" y="3350374"/>
                </a:lnTo>
                <a:lnTo>
                  <a:pt x="3504806" y="3353930"/>
                </a:lnTo>
                <a:lnTo>
                  <a:pt x="3521151" y="3365296"/>
                </a:lnTo>
                <a:lnTo>
                  <a:pt x="3531374" y="3385464"/>
                </a:lnTo>
                <a:lnTo>
                  <a:pt x="3534905" y="3415487"/>
                </a:lnTo>
                <a:lnTo>
                  <a:pt x="3534905" y="3290862"/>
                </a:lnTo>
                <a:lnTo>
                  <a:pt x="3522141" y="3287496"/>
                </a:lnTo>
                <a:lnTo>
                  <a:pt x="3505390" y="3284918"/>
                </a:lnTo>
                <a:lnTo>
                  <a:pt x="3487724" y="3284029"/>
                </a:lnTo>
                <a:lnTo>
                  <a:pt x="3377920" y="3284029"/>
                </a:lnTo>
                <a:lnTo>
                  <a:pt x="3377920" y="3708552"/>
                </a:lnTo>
                <a:lnTo>
                  <a:pt x="3486594" y="3708552"/>
                </a:lnTo>
                <a:lnTo>
                  <a:pt x="3552952" y="3695446"/>
                </a:lnTo>
                <a:lnTo>
                  <a:pt x="3597694" y="3654285"/>
                </a:lnTo>
                <a:lnTo>
                  <a:pt x="3613645" y="3604425"/>
                </a:lnTo>
                <a:lnTo>
                  <a:pt x="3614597" y="3583127"/>
                </a:lnTo>
                <a:lnTo>
                  <a:pt x="3614597" y="3410661"/>
                </a:lnTo>
                <a:close/>
              </a:path>
              <a:path w="6410959" h="3716020">
                <a:moveTo>
                  <a:pt x="3871874" y="3637254"/>
                </a:moveTo>
                <a:lnTo>
                  <a:pt x="3746296" y="3637254"/>
                </a:lnTo>
                <a:lnTo>
                  <a:pt x="3746296" y="3529380"/>
                </a:lnTo>
                <a:lnTo>
                  <a:pt x="3853675" y="3529380"/>
                </a:lnTo>
                <a:lnTo>
                  <a:pt x="3853675" y="3458311"/>
                </a:lnTo>
                <a:lnTo>
                  <a:pt x="3746296" y="3458311"/>
                </a:lnTo>
                <a:lnTo>
                  <a:pt x="3746296" y="3354247"/>
                </a:lnTo>
                <a:lnTo>
                  <a:pt x="3868166" y="3354247"/>
                </a:lnTo>
                <a:lnTo>
                  <a:pt x="3868166" y="3284448"/>
                </a:lnTo>
                <a:lnTo>
                  <a:pt x="3670135" y="3284448"/>
                </a:lnTo>
                <a:lnTo>
                  <a:pt x="3670135" y="3354247"/>
                </a:lnTo>
                <a:lnTo>
                  <a:pt x="3670135" y="3458311"/>
                </a:lnTo>
                <a:lnTo>
                  <a:pt x="3670135" y="3529380"/>
                </a:lnTo>
                <a:lnTo>
                  <a:pt x="3670135" y="3637254"/>
                </a:lnTo>
                <a:lnTo>
                  <a:pt x="3670135" y="3708336"/>
                </a:lnTo>
                <a:lnTo>
                  <a:pt x="3871874" y="3708336"/>
                </a:lnTo>
                <a:lnTo>
                  <a:pt x="3871874" y="3637254"/>
                </a:lnTo>
                <a:close/>
              </a:path>
              <a:path w="6410959" h="3716020">
                <a:moveTo>
                  <a:pt x="3889908" y="3076587"/>
                </a:moveTo>
                <a:lnTo>
                  <a:pt x="3879113" y="3048851"/>
                </a:lnTo>
                <a:lnTo>
                  <a:pt x="3879113" y="2953575"/>
                </a:lnTo>
                <a:lnTo>
                  <a:pt x="3877119" y="2925610"/>
                </a:lnTo>
                <a:lnTo>
                  <a:pt x="3873728" y="2914980"/>
                </a:lnTo>
                <a:lnTo>
                  <a:pt x="3870363" y="2904426"/>
                </a:lnTo>
                <a:lnTo>
                  <a:pt x="3857726" y="2889123"/>
                </a:lnTo>
                <a:lnTo>
                  <a:pt x="3838067" y="2878798"/>
                </a:lnTo>
                <a:lnTo>
                  <a:pt x="3857929" y="2868498"/>
                </a:lnTo>
                <a:lnTo>
                  <a:pt x="3872293" y="2853321"/>
                </a:lnTo>
                <a:lnTo>
                  <a:pt x="3874757" y="2847441"/>
                </a:lnTo>
                <a:lnTo>
                  <a:pt x="3881005" y="2832493"/>
                </a:lnTo>
                <a:lnTo>
                  <a:pt x="3883952" y="2805239"/>
                </a:lnTo>
                <a:lnTo>
                  <a:pt x="3883952" y="2753372"/>
                </a:lnTo>
                <a:lnTo>
                  <a:pt x="3878732" y="2717190"/>
                </a:lnTo>
                <a:lnTo>
                  <a:pt x="3877424" y="2708033"/>
                </a:lnTo>
                <a:lnTo>
                  <a:pt x="3857079" y="2676487"/>
                </a:lnTo>
                <a:lnTo>
                  <a:pt x="3821798" y="2658059"/>
                </a:lnTo>
                <a:lnTo>
                  <a:pt x="3807790" y="2656433"/>
                </a:lnTo>
                <a:lnTo>
                  <a:pt x="3807790" y="2758186"/>
                </a:lnTo>
                <a:lnTo>
                  <a:pt x="3807790" y="2805239"/>
                </a:lnTo>
                <a:lnTo>
                  <a:pt x="3805440" y="2824035"/>
                </a:lnTo>
                <a:lnTo>
                  <a:pt x="3797998" y="2837192"/>
                </a:lnTo>
                <a:lnTo>
                  <a:pt x="3784904" y="2844914"/>
                </a:lnTo>
                <a:lnTo>
                  <a:pt x="3765613" y="2847441"/>
                </a:lnTo>
                <a:lnTo>
                  <a:pt x="3729228" y="2847441"/>
                </a:lnTo>
                <a:lnTo>
                  <a:pt x="3729228" y="2717190"/>
                </a:lnTo>
                <a:lnTo>
                  <a:pt x="3765613" y="2717190"/>
                </a:lnTo>
                <a:lnTo>
                  <a:pt x="3784904" y="2719705"/>
                </a:lnTo>
                <a:lnTo>
                  <a:pt x="3797998" y="2727287"/>
                </a:lnTo>
                <a:lnTo>
                  <a:pt x="3805440" y="2740088"/>
                </a:lnTo>
                <a:lnTo>
                  <a:pt x="3807790" y="2758186"/>
                </a:lnTo>
                <a:lnTo>
                  <a:pt x="3807790" y="2656433"/>
                </a:lnTo>
                <a:lnTo>
                  <a:pt x="3770439" y="2652064"/>
                </a:lnTo>
                <a:lnTo>
                  <a:pt x="3655644" y="2652064"/>
                </a:lnTo>
                <a:lnTo>
                  <a:pt x="3655644" y="3076587"/>
                </a:lnTo>
                <a:lnTo>
                  <a:pt x="3729228" y="3076587"/>
                </a:lnTo>
                <a:lnTo>
                  <a:pt x="3729228" y="2914980"/>
                </a:lnTo>
                <a:lnTo>
                  <a:pt x="3761905" y="2914980"/>
                </a:lnTo>
                <a:lnTo>
                  <a:pt x="3781387" y="2917329"/>
                </a:lnTo>
                <a:lnTo>
                  <a:pt x="3793642" y="2924772"/>
                </a:lnTo>
                <a:lnTo>
                  <a:pt x="3800017" y="2937878"/>
                </a:lnTo>
                <a:lnTo>
                  <a:pt x="3801834" y="2957195"/>
                </a:lnTo>
                <a:lnTo>
                  <a:pt x="3801834" y="3048851"/>
                </a:lnTo>
                <a:lnTo>
                  <a:pt x="3802291" y="3057931"/>
                </a:lnTo>
                <a:lnTo>
                  <a:pt x="3802303" y="3058274"/>
                </a:lnTo>
                <a:lnTo>
                  <a:pt x="3803789" y="3066338"/>
                </a:lnTo>
                <a:lnTo>
                  <a:pt x="3806393" y="3072587"/>
                </a:lnTo>
                <a:lnTo>
                  <a:pt x="3810203" y="3076587"/>
                </a:lnTo>
                <a:lnTo>
                  <a:pt x="3889908" y="3076587"/>
                </a:lnTo>
                <a:close/>
              </a:path>
              <a:path w="6410959" h="3716020">
                <a:moveTo>
                  <a:pt x="3911638" y="2021230"/>
                </a:moveTo>
                <a:lnTo>
                  <a:pt x="3841597" y="2021230"/>
                </a:lnTo>
                <a:lnTo>
                  <a:pt x="3841597" y="2250452"/>
                </a:lnTo>
                <a:lnTo>
                  <a:pt x="3846436" y="2308339"/>
                </a:lnTo>
                <a:lnTo>
                  <a:pt x="3830815" y="2260092"/>
                </a:lnTo>
                <a:lnTo>
                  <a:pt x="3732923" y="2021230"/>
                </a:lnTo>
                <a:lnTo>
                  <a:pt x="3665309" y="2021230"/>
                </a:lnTo>
                <a:lnTo>
                  <a:pt x="3665309" y="2445842"/>
                </a:lnTo>
                <a:lnTo>
                  <a:pt x="3734054" y="2445842"/>
                </a:lnTo>
                <a:lnTo>
                  <a:pt x="3734054" y="2216683"/>
                </a:lnTo>
                <a:lnTo>
                  <a:pt x="3729228" y="2153970"/>
                </a:lnTo>
                <a:lnTo>
                  <a:pt x="3745001" y="2204631"/>
                </a:lnTo>
                <a:lnTo>
                  <a:pt x="3845306" y="2445842"/>
                </a:lnTo>
                <a:lnTo>
                  <a:pt x="3911638" y="2445842"/>
                </a:lnTo>
                <a:lnTo>
                  <a:pt x="3911638" y="2021230"/>
                </a:lnTo>
                <a:close/>
              </a:path>
              <a:path w="6410959" h="3716020">
                <a:moveTo>
                  <a:pt x="4097591" y="2652433"/>
                </a:moveTo>
                <a:lnTo>
                  <a:pt x="3924998" y="2652433"/>
                </a:lnTo>
                <a:lnTo>
                  <a:pt x="3924998" y="2723502"/>
                </a:lnTo>
                <a:lnTo>
                  <a:pt x="3974427" y="2723502"/>
                </a:lnTo>
                <a:lnTo>
                  <a:pt x="3974427" y="3003969"/>
                </a:lnTo>
                <a:lnTo>
                  <a:pt x="3924998" y="3003969"/>
                </a:lnTo>
                <a:lnTo>
                  <a:pt x="3924998" y="3076308"/>
                </a:lnTo>
                <a:lnTo>
                  <a:pt x="4097591" y="3076308"/>
                </a:lnTo>
                <a:lnTo>
                  <a:pt x="4097591" y="3003969"/>
                </a:lnTo>
                <a:lnTo>
                  <a:pt x="4049293" y="3003969"/>
                </a:lnTo>
                <a:lnTo>
                  <a:pt x="4049293" y="2723502"/>
                </a:lnTo>
                <a:lnTo>
                  <a:pt x="4097591" y="2723502"/>
                </a:lnTo>
                <a:lnTo>
                  <a:pt x="4097591" y="2652433"/>
                </a:lnTo>
                <a:close/>
              </a:path>
              <a:path w="6410959" h="3716020">
                <a:moveTo>
                  <a:pt x="4112082" y="3632187"/>
                </a:moveTo>
                <a:lnTo>
                  <a:pt x="3998582" y="3632187"/>
                </a:lnTo>
                <a:lnTo>
                  <a:pt x="3998582" y="3284448"/>
                </a:lnTo>
                <a:lnTo>
                  <a:pt x="3920172" y="3284448"/>
                </a:lnTo>
                <a:lnTo>
                  <a:pt x="3920172" y="3632187"/>
                </a:lnTo>
                <a:lnTo>
                  <a:pt x="3920172" y="3708336"/>
                </a:lnTo>
                <a:lnTo>
                  <a:pt x="4112082" y="3708336"/>
                </a:lnTo>
                <a:lnTo>
                  <a:pt x="4112082" y="3632187"/>
                </a:lnTo>
                <a:close/>
              </a:path>
              <a:path w="6410959" h="3716020">
                <a:moveTo>
                  <a:pt x="4133812" y="2021687"/>
                </a:moveTo>
                <a:lnTo>
                  <a:pt x="3961231" y="2021687"/>
                </a:lnTo>
                <a:lnTo>
                  <a:pt x="3961231" y="2092756"/>
                </a:lnTo>
                <a:lnTo>
                  <a:pt x="4010647" y="2092756"/>
                </a:lnTo>
                <a:lnTo>
                  <a:pt x="4010647" y="2373223"/>
                </a:lnTo>
                <a:lnTo>
                  <a:pt x="3961231" y="2373223"/>
                </a:lnTo>
                <a:lnTo>
                  <a:pt x="3961231" y="2445562"/>
                </a:lnTo>
                <a:lnTo>
                  <a:pt x="4133812" y="2445562"/>
                </a:lnTo>
                <a:lnTo>
                  <a:pt x="4133812" y="2373223"/>
                </a:lnTo>
                <a:lnTo>
                  <a:pt x="4085513" y="2373223"/>
                </a:lnTo>
                <a:lnTo>
                  <a:pt x="4085513" y="2092756"/>
                </a:lnTo>
                <a:lnTo>
                  <a:pt x="4133812" y="2092756"/>
                </a:lnTo>
                <a:lnTo>
                  <a:pt x="4133812" y="2021687"/>
                </a:lnTo>
                <a:close/>
              </a:path>
              <a:path w="6410959" h="3716020">
                <a:moveTo>
                  <a:pt x="4215930" y="12"/>
                </a:moveTo>
                <a:lnTo>
                  <a:pt x="3851262" y="12"/>
                </a:lnTo>
                <a:lnTo>
                  <a:pt x="3851262" y="1111897"/>
                </a:lnTo>
                <a:lnTo>
                  <a:pt x="3847427" y="1182522"/>
                </a:lnTo>
                <a:lnTo>
                  <a:pt x="3847363" y="1183538"/>
                </a:lnTo>
                <a:lnTo>
                  <a:pt x="3833634" y="1228293"/>
                </a:lnTo>
                <a:lnTo>
                  <a:pt x="3806977" y="1251343"/>
                </a:lnTo>
                <a:lnTo>
                  <a:pt x="3764318" y="1257884"/>
                </a:lnTo>
                <a:lnTo>
                  <a:pt x="3723335" y="1251013"/>
                </a:lnTo>
                <a:lnTo>
                  <a:pt x="3695623" y="1227391"/>
                </a:lnTo>
                <a:lnTo>
                  <a:pt x="3679914" y="1182522"/>
                </a:lnTo>
                <a:lnTo>
                  <a:pt x="3674973" y="1111897"/>
                </a:lnTo>
                <a:lnTo>
                  <a:pt x="3674973" y="12"/>
                </a:lnTo>
                <a:lnTo>
                  <a:pt x="3310305" y="12"/>
                </a:lnTo>
                <a:lnTo>
                  <a:pt x="3310305" y="1133602"/>
                </a:lnTo>
                <a:lnTo>
                  <a:pt x="3311944" y="1190790"/>
                </a:lnTo>
                <a:lnTo>
                  <a:pt x="3316833" y="1244041"/>
                </a:lnTo>
                <a:lnTo>
                  <a:pt x="3324961" y="1293393"/>
                </a:lnTo>
                <a:lnTo>
                  <a:pt x="3336302" y="1338935"/>
                </a:lnTo>
                <a:lnTo>
                  <a:pt x="3350818" y="1380705"/>
                </a:lnTo>
                <a:lnTo>
                  <a:pt x="3368497" y="1418780"/>
                </a:lnTo>
                <a:lnTo>
                  <a:pt x="3389312" y="1453222"/>
                </a:lnTo>
                <a:lnTo>
                  <a:pt x="3413226" y="1484083"/>
                </a:lnTo>
                <a:lnTo>
                  <a:pt x="3440226" y="1511439"/>
                </a:lnTo>
                <a:lnTo>
                  <a:pt x="3470300" y="1535341"/>
                </a:lnTo>
                <a:lnTo>
                  <a:pt x="3503396" y="1555851"/>
                </a:lnTo>
                <a:lnTo>
                  <a:pt x="3539502" y="1573047"/>
                </a:lnTo>
                <a:lnTo>
                  <a:pt x="3578593" y="1586966"/>
                </a:lnTo>
                <a:lnTo>
                  <a:pt x="3620643" y="1597685"/>
                </a:lnTo>
                <a:lnTo>
                  <a:pt x="3665639" y="1605267"/>
                </a:lnTo>
                <a:lnTo>
                  <a:pt x="3713543" y="1609775"/>
                </a:lnTo>
                <a:lnTo>
                  <a:pt x="3764318" y="1611261"/>
                </a:lnTo>
                <a:lnTo>
                  <a:pt x="3812997" y="1609775"/>
                </a:lnTo>
                <a:lnTo>
                  <a:pt x="3859250" y="1605267"/>
                </a:lnTo>
                <a:lnTo>
                  <a:pt x="3903002" y="1597685"/>
                </a:lnTo>
                <a:lnTo>
                  <a:pt x="3944201" y="1586966"/>
                </a:lnTo>
                <a:lnTo>
                  <a:pt x="3982770" y="1573047"/>
                </a:lnTo>
                <a:lnTo>
                  <a:pt x="4018635" y="1555851"/>
                </a:lnTo>
                <a:lnTo>
                  <a:pt x="4051744" y="1535341"/>
                </a:lnTo>
                <a:lnTo>
                  <a:pt x="4082021" y="1511439"/>
                </a:lnTo>
                <a:lnTo>
                  <a:pt x="4109402" y="1484083"/>
                </a:lnTo>
                <a:lnTo>
                  <a:pt x="4133812" y="1453222"/>
                </a:lnTo>
                <a:lnTo>
                  <a:pt x="4155198" y="1418780"/>
                </a:lnTo>
                <a:lnTo>
                  <a:pt x="4173474" y="1380705"/>
                </a:lnTo>
                <a:lnTo>
                  <a:pt x="4188574" y="1338935"/>
                </a:lnTo>
                <a:lnTo>
                  <a:pt x="4200436" y="1293393"/>
                </a:lnTo>
                <a:lnTo>
                  <a:pt x="4208996" y="1244041"/>
                </a:lnTo>
                <a:lnTo>
                  <a:pt x="4214177" y="1190790"/>
                </a:lnTo>
                <a:lnTo>
                  <a:pt x="4215930" y="1133602"/>
                </a:lnTo>
                <a:lnTo>
                  <a:pt x="4215930" y="12"/>
                </a:lnTo>
                <a:close/>
              </a:path>
              <a:path w="6410959" h="3716020">
                <a:moveTo>
                  <a:pt x="4393514" y="2652064"/>
                </a:moveTo>
                <a:lnTo>
                  <a:pt x="4316234" y="2652064"/>
                </a:lnTo>
                <a:lnTo>
                  <a:pt x="4266641" y="2905328"/>
                </a:lnTo>
                <a:lnTo>
                  <a:pt x="4261815" y="2968053"/>
                </a:lnTo>
                <a:lnTo>
                  <a:pt x="4258272" y="2905328"/>
                </a:lnTo>
                <a:lnTo>
                  <a:pt x="4207548" y="2652064"/>
                </a:lnTo>
                <a:lnTo>
                  <a:pt x="4128986" y="2652064"/>
                </a:lnTo>
                <a:lnTo>
                  <a:pt x="4223169" y="3076587"/>
                </a:lnTo>
                <a:lnTo>
                  <a:pt x="4300613" y="3076587"/>
                </a:lnTo>
                <a:lnTo>
                  <a:pt x="4393514" y="2652064"/>
                </a:lnTo>
                <a:close/>
              </a:path>
              <a:path w="6410959" h="3716020">
                <a:moveTo>
                  <a:pt x="4429734" y="2021230"/>
                </a:moveTo>
                <a:lnTo>
                  <a:pt x="4351325" y="2021230"/>
                </a:lnTo>
                <a:lnTo>
                  <a:pt x="4303026" y="2274582"/>
                </a:lnTo>
                <a:lnTo>
                  <a:pt x="4298200" y="2336076"/>
                </a:lnTo>
                <a:lnTo>
                  <a:pt x="4294492" y="2274582"/>
                </a:lnTo>
                <a:lnTo>
                  <a:pt x="4243781" y="2021230"/>
                </a:lnTo>
                <a:lnTo>
                  <a:pt x="4165206" y="2021230"/>
                </a:lnTo>
                <a:lnTo>
                  <a:pt x="4259402" y="2445842"/>
                </a:lnTo>
                <a:lnTo>
                  <a:pt x="4336834" y="2445842"/>
                </a:lnTo>
                <a:lnTo>
                  <a:pt x="4429734" y="2021230"/>
                </a:lnTo>
                <a:close/>
              </a:path>
              <a:path w="6410959" h="3716020">
                <a:moveTo>
                  <a:pt x="4533582" y="3284029"/>
                </a:moveTo>
                <a:lnTo>
                  <a:pt x="4464824" y="3284029"/>
                </a:lnTo>
                <a:lnTo>
                  <a:pt x="4464824" y="3514394"/>
                </a:lnTo>
                <a:lnTo>
                  <a:pt x="4468368" y="3571062"/>
                </a:lnTo>
                <a:lnTo>
                  <a:pt x="4453877" y="3522827"/>
                </a:lnTo>
                <a:lnTo>
                  <a:pt x="4356151" y="3284029"/>
                </a:lnTo>
                <a:lnTo>
                  <a:pt x="4287253" y="3284029"/>
                </a:lnTo>
                <a:lnTo>
                  <a:pt x="4287253" y="3708552"/>
                </a:lnTo>
                <a:lnTo>
                  <a:pt x="4357281" y="3708552"/>
                </a:lnTo>
                <a:lnTo>
                  <a:pt x="4357281" y="3480612"/>
                </a:lnTo>
                <a:lnTo>
                  <a:pt x="4352455" y="3416693"/>
                </a:lnTo>
                <a:lnTo>
                  <a:pt x="4366946" y="3467354"/>
                </a:lnTo>
                <a:lnTo>
                  <a:pt x="4467250" y="3708552"/>
                </a:lnTo>
                <a:lnTo>
                  <a:pt x="4533582" y="3708552"/>
                </a:lnTo>
                <a:lnTo>
                  <a:pt x="4533582" y="3284029"/>
                </a:lnTo>
                <a:close/>
              </a:path>
              <a:path w="6410959" h="3716020">
                <a:moveTo>
                  <a:pt x="4642256" y="3076587"/>
                </a:moveTo>
                <a:lnTo>
                  <a:pt x="4627981" y="3013887"/>
                </a:lnTo>
                <a:lnTo>
                  <a:pt x="4612894" y="2947555"/>
                </a:lnTo>
                <a:lnTo>
                  <a:pt x="4567059" y="2746133"/>
                </a:lnTo>
                <a:lnTo>
                  <a:pt x="4545647" y="2652064"/>
                </a:lnTo>
                <a:lnTo>
                  <a:pt x="4539691" y="2652064"/>
                </a:lnTo>
                <a:lnTo>
                  <a:pt x="4539691" y="2947555"/>
                </a:lnTo>
                <a:lnTo>
                  <a:pt x="4475619" y="2947555"/>
                </a:lnTo>
                <a:lnTo>
                  <a:pt x="4502188" y="2806433"/>
                </a:lnTo>
                <a:lnTo>
                  <a:pt x="4507014" y="2746133"/>
                </a:lnTo>
                <a:lnTo>
                  <a:pt x="4511840" y="2806433"/>
                </a:lnTo>
                <a:lnTo>
                  <a:pt x="4539691" y="2947555"/>
                </a:lnTo>
                <a:lnTo>
                  <a:pt x="4539691" y="2652064"/>
                </a:lnTo>
                <a:lnTo>
                  <a:pt x="4468368" y="2652064"/>
                </a:lnTo>
                <a:lnTo>
                  <a:pt x="4374185" y="3076587"/>
                </a:lnTo>
                <a:lnTo>
                  <a:pt x="4450346" y="3076587"/>
                </a:lnTo>
                <a:lnTo>
                  <a:pt x="4462411" y="3013887"/>
                </a:lnTo>
                <a:lnTo>
                  <a:pt x="4552899" y="3013887"/>
                </a:lnTo>
                <a:lnTo>
                  <a:pt x="4564977" y="3076587"/>
                </a:lnTo>
                <a:lnTo>
                  <a:pt x="4642256" y="3076587"/>
                </a:lnTo>
                <a:close/>
              </a:path>
              <a:path w="6410959" h="3716020">
                <a:moveTo>
                  <a:pt x="4671238" y="2373223"/>
                </a:moveTo>
                <a:lnTo>
                  <a:pt x="4544530" y="2373223"/>
                </a:lnTo>
                <a:lnTo>
                  <a:pt x="4544530" y="2265349"/>
                </a:lnTo>
                <a:lnTo>
                  <a:pt x="4651908" y="2265349"/>
                </a:lnTo>
                <a:lnTo>
                  <a:pt x="4651908" y="2195550"/>
                </a:lnTo>
                <a:lnTo>
                  <a:pt x="4544530" y="2195550"/>
                </a:lnTo>
                <a:lnTo>
                  <a:pt x="4544530" y="2090216"/>
                </a:lnTo>
                <a:lnTo>
                  <a:pt x="4667694" y="2090216"/>
                </a:lnTo>
                <a:lnTo>
                  <a:pt x="4667694" y="2021687"/>
                </a:lnTo>
                <a:lnTo>
                  <a:pt x="4468368" y="2021687"/>
                </a:lnTo>
                <a:lnTo>
                  <a:pt x="4468368" y="2090216"/>
                </a:lnTo>
                <a:lnTo>
                  <a:pt x="4468368" y="2195550"/>
                </a:lnTo>
                <a:lnTo>
                  <a:pt x="4468368" y="2265349"/>
                </a:lnTo>
                <a:lnTo>
                  <a:pt x="4468368" y="2373223"/>
                </a:lnTo>
                <a:lnTo>
                  <a:pt x="4468368" y="2445562"/>
                </a:lnTo>
                <a:lnTo>
                  <a:pt x="4671238" y="2445562"/>
                </a:lnTo>
                <a:lnTo>
                  <a:pt x="4671238" y="2373223"/>
                </a:lnTo>
                <a:close/>
              </a:path>
              <a:path w="6410959" h="3716020">
                <a:moveTo>
                  <a:pt x="4834318" y="3408248"/>
                </a:moveTo>
                <a:lnTo>
                  <a:pt x="4825606" y="3351453"/>
                </a:lnTo>
                <a:lnTo>
                  <a:pt x="4822710" y="3346754"/>
                </a:lnTo>
                <a:lnTo>
                  <a:pt x="4800816" y="3311169"/>
                </a:lnTo>
                <a:lnTo>
                  <a:pt x="4761992" y="3287166"/>
                </a:lnTo>
                <a:lnTo>
                  <a:pt x="4754626" y="3286023"/>
                </a:lnTo>
                <a:lnTo>
                  <a:pt x="4754626" y="3411867"/>
                </a:lnTo>
                <a:lnTo>
                  <a:pt x="4754626" y="3580714"/>
                </a:lnTo>
                <a:lnTo>
                  <a:pt x="4752251" y="3609022"/>
                </a:lnTo>
                <a:lnTo>
                  <a:pt x="4744669" y="3628961"/>
                </a:lnTo>
                <a:lnTo>
                  <a:pt x="4731194" y="3640759"/>
                </a:lnTo>
                <a:lnTo>
                  <a:pt x="4711154" y="3644633"/>
                </a:lnTo>
                <a:lnTo>
                  <a:pt x="4691304" y="3640759"/>
                </a:lnTo>
                <a:lnTo>
                  <a:pt x="4678210" y="3628961"/>
                </a:lnTo>
                <a:lnTo>
                  <a:pt x="4671022" y="3609022"/>
                </a:lnTo>
                <a:lnTo>
                  <a:pt x="4668812" y="3580714"/>
                </a:lnTo>
                <a:lnTo>
                  <a:pt x="4668812" y="3411867"/>
                </a:lnTo>
                <a:lnTo>
                  <a:pt x="4671022" y="3382873"/>
                </a:lnTo>
                <a:lnTo>
                  <a:pt x="4678210" y="3362579"/>
                </a:lnTo>
                <a:lnTo>
                  <a:pt x="4691304" y="3350653"/>
                </a:lnTo>
                <a:lnTo>
                  <a:pt x="4711154" y="3346754"/>
                </a:lnTo>
                <a:lnTo>
                  <a:pt x="4731194" y="3350653"/>
                </a:lnTo>
                <a:lnTo>
                  <a:pt x="4744669" y="3362579"/>
                </a:lnTo>
                <a:lnTo>
                  <a:pt x="4752251" y="3382873"/>
                </a:lnTo>
                <a:lnTo>
                  <a:pt x="4754626" y="3411867"/>
                </a:lnTo>
                <a:lnTo>
                  <a:pt x="4754626" y="3286023"/>
                </a:lnTo>
                <a:lnTo>
                  <a:pt x="4711154" y="3279216"/>
                </a:lnTo>
                <a:lnTo>
                  <a:pt x="4660989" y="3287166"/>
                </a:lnTo>
                <a:lnTo>
                  <a:pt x="4622495" y="3311169"/>
                </a:lnTo>
                <a:lnTo>
                  <a:pt x="4597819" y="3351453"/>
                </a:lnTo>
                <a:lnTo>
                  <a:pt x="4589119" y="3408248"/>
                </a:lnTo>
                <a:lnTo>
                  <a:pt x="4589119" y="3585540"/>
                </a:lnTo>
                <a:lnTo>
                  <a:pt x="4597412" y="3643541"/>
                </a:lnTo>
                <a:lnTo>
                  <a:pt x="4597476" y="3644049"/>
                </a:lnTo>
                <a:lnTo>
                  <a:pt x="4621581" y="3684587"/>
                </a:lnTo>
                <a:lnTo>
                  <a:pt x="4659960" y="3708158"/>
                </a:lnTo>
                <a:lnTo>
                  <a:pt x="4711154" y="3715791"/>
                </a:lnTo>
                <a:lnTo>
                  <a:pt x="4761992" y="3707993"/>
                </a:lnTo>
                <a:lnTo>
                  <a:pt x="4800816" y="3684130"/>
                </a:lnTo>
                <a:lnTo>
                  <a:pt x="4824933" y="3644633"/>
                </a:lnTo>
                <a:lnTo>
                  <a:pt x="4825606" y="3643541"/>
                </a:lnTo>
                <a:lnTo>
                  <a:pt x="4834318" y="3585540"/>
                </a:lnTo>
                <a:lnTo>
                  <a:pt x="4834318" y="3408248"/>
                </a:lnTo>
                <a:close/>
              </a:path>
              <a:path w="6410959" h="3716020">
                <a:moveTo>
                  <a:pt x="4916436" y="2778709"/>
                </a:moveTo>
                <a:lnTo>
                  <a:pt x="4912080" y="2737916"/>
                </a:lnTo>
                <a:lnTo>
                  <a:pt x="4904562" y="2718397"/>
                </a:lnTo>
                <a:lnTo>
                  <a:pt x="4899685" y="2705735"/>
                </a:lnTo>
                <a:lnTo>
                  <a:pt x="4880292" y="2681681"/>
                </a:lnTo>
                <a:lnTo>
                  <a:pt x="4854930" y="2665323"/>
                </a:lnTo>
                <a:lnTo>
                  <a:pt x="4839944" y="2659697"/>
                </a:lnTo>
                <a:lnTo>
                  <a:pt x="4836744" y="2658872"/>
                </a:lnTo>
                <a:lnTo>
                  <a:pt x="4836744" y="2783522"/>
                </a:lnTo>
                <a:lnTo>
                  <a:pt x="4836744" y="2943936"/>
                </a:lnTo>
                <a:lnTo>
                  <a:pt x="4833328" y="2972473"/>
                </a:lnTo>
                <a:lnTo>
                  <a:pt x="4833213" y="2973438"/>
                </a:lnTo>
                <a:lnTo>
                  <a:pt x="4822990" y="2993669"/>
                </a:lnTo>
                <a:lnTo>
                  <a:pt x="4806645" y="3005315"/>
                </a:lnTo>
                <a:lnTo>
                  <a:pt x="4784737" y="3009049"/>
                </a:lnTo>
                <a:lnTo>
                  <a:pt x="4755756" y="3009049"/>
                </a:lnTo>
                <a:lnTo>
                  <a:pt x="4755756" y="2718397"/>
                </a:lnTo>
                <a:lnTo>
                  <a:pt x="4784737" y="2718397"/>
                </a:lnTo>
                <a:lnTo>
                  <a:pt x="4806645" y="2722130"/>
                </a:lnTo>
                <a:lnTo>
                  <a:pt x="4822990" y="2733776"/>
                </a:lnTo>
                <a:lnTo>
                  <a:pt x="4833213" y="2754020"/>
                </a:lnTo>
                <a:lnTo>
                  <a:pt x="4836744" y="2783522"/>
                </a:lnTo>
                <a:lnTo>
                  <a:pt x="4836744" y="2658872"/>
                </a:lnTo>
                <a:lnTo>
                  <a:pt x="4823917" y="2655532"/>
                </a:lnTo>
                <a:lnTo>
                  <a:pt x="4806772" y="2652953"/>
                </a:lnTo>
                <a:lnTo>
                  <a:pt x="4788433" y="2652064"/>
                </a:lnTo>
                <a:lnTo>
                  <a:pt x="4678477" y="2652064"/>
                </a:lnTo>
                <a:lnTo>
                  <a:pt x="4678477" y="3076587"/>
                </a:lnTo>
                <a:lnTo>
                  <a:pt x="4788433" y="3076587"/>
                </a:lnTo>
                <a:lnTo>
                  <a:pt x="4854422" y="3064078"/>
                </a:lnTo>
                <a:lnTo>
                  <a:pt x="4899533" y="3023527"/>
                </a:lnTo>
                <a:lnTo>
                  <a:pt x="4915332" y="2972473"/>
                </a:lnTo>
                <a:lnTo>
                  <a:pt x="4916436" y="2951162"/>
                </a:lnTo>
                <a:lnTo>
                  <a:pt x="4916436" y="2778709"/>
                </a:lnTo>
                <a:close/>
              </a:path>
              <a:path w="6410959" h="3716020">
                <a:moveTo>
                  <a:pt x="4953940" y="2445842"/>
                </a:moveTo>
                <a:lnTo>
                  <a:pt x="4948999" y="2440152"/>
                </a:lnTo>
                <a:lnTo>
                  <a:pt x="4945189" y="2433777"/>
                </a:lnTo>
                <a:lnTo>
                  <a:pt x="4942738" y="2426500"/>
                </a:lnTo>
                <a:lnTo>
                  <a:pt x="4941875" y="2418092"/>
                </a:lnTo>
                <a:lnTo>
                  <a:pt x="4941875" y="2321610"/>
                </a:lnTo>
                <a:lnTo>
                  <a:pt x="4939893" y="2293670"/>
                </a:lnTo>
                <a:lnTo>
                  <a:pt x="4936541" y="2283028"/>
                </a:lnTo>
                <a:lnTo>
                  <a:pt x="4933251" y="2272614"/>
                </a:lnTo>
                <a:lnTo>
                  <a:pt x="4920945" y="2257666"/>
                </a:lnTo>
                <a:lnTo>
                  <a:pt x="4901946" y="2248039"/>
                </a:lnTo>
                <a:lnTo>
                  <a:pt x="4921161" y="2237041"/>
                </a:lnTo>
                <a:lnTo>
                  <a:pt x="4935194" y="2221509"/>
                </a:lnTo>
                <a:lnTo>
                  <a:pt x="4937658" y="2215477"/>
                </a:lnTo>
                <a:lnTo>
                  <a:pt x="4943780" y="2200554"/>
                </a:lnTo>
                <a:lnTo>
                  <a:pt x="4946701" y="2173262"/>
                </a:lnTo>
                <a:lnTo>
                  <a:pt x="4946701" y="2122614"/>
                </a:lnTo>
                <a:lnTo>
                  <a:pt x="4941557" y="2086508"/>
                </a:lnTo>
                <a:lnTo>
                  <a:pt x="4940173" y="2076754"/>
                </a:lnTo>
                <a:lnTo>
                  <a:pt x="4919840" y="2045246"/>
                </a:lnTo>
                <a:lnTo>
                  <a:pt x="4884547" y="2027072"/>
                </a:lnTo>
                <a:lnTo>
                  <a:pt x="4871834" y="2025637"/>
                </a:lnTo>
                <a:lnTo>
                  <a:pt x="4871834" y="2126234"/>
                </a:lnTo>
                <a:lnTo>
                  <a:pt x="4871834" y="2173262"/>
                </a:lnTo>
                <a:lnTo>
                  <a:pt x="4869472" y="2192070"/>
                </a:lnTo>
                <a:lnTo>
                  <a:pt x="4862017" y="2205228"/>
                </a:lnTo>
                <a:lnTo>
                  <a:pt x="4848872" y="2212962"/>
                </a:lnTo>
                <a:lnTo>
                  <a:pt x="4829492" y="2215477"/>
                </a:lnTo>
                <a:lnTo>
                  <a:pt x="4793272" y="2215477"/>
                </a:lnTo>
                <a:lnTo>
                  <a:pt x="4793272" y="2086508"/>
                </a:lnTo>
                <a:lnTo>
                  <a:pt x="4828362" y="2086508"/>
                </a:lnTo>
                <a:lnTo>
                  <a:pt x="4848403" y="2088832"/>
                </a:lnTo>
                <a:lnTo>
                  <a:pt x="4861877" y="2095995"/>
                </a:lnTo>
                <a:lnTo>
                  <a:pt x="4869459" y="2108352"/>
                </a:lnTo>
                <a:lnTo>
                  <a:pt x="4871834" y="2126234"/>
                </a:lnTo>
                <a:lnTo>
                  <a:pt x="4871834" y="2025637"/>
                </a:lnTo>
                <a:lnTo>
                  <a:pt x="4833201" y="2021230"/>
                </a:lnTo>
                <a:lnTo>
                  <a:pt x="4718405" y="2021230"/>
                </a:lnTo>
                <a:lnTo>
                  <a:pt x="4718405" y="2445842"/>
                </a:lnTo>
                <a:lnTo>
                  <a:pt x="4793272" y="2445842"/>
                </a:lnTo>
                <a:lnTo>
                  <a:pt x="4793272" y="2283028"/>
                </a:lnTo>
                <a:lnTo>
                  <a:pt x="4824666" y="2283028"/>
                </a:lnTo>
                <a:lnTo>
                  <a:pt x="4863897" y="2305913"/>
                </a:lnTo>
                <a:lnTo>
                  <a:pt x="4865776" y="2418092"/>
                </a:lnTo>
                <a:lnTo>
                  <a:pt x="4866170" y="2426322"/>
                </a:lnTo>
                <a:lnTo>
                  <a:pt x="4867402" y="2433777"/>
                </a:lnTo>
                <a:lnTo>
                  <a:pt x="4867529" y="2434526"/>
                </a:lnTo>
                <a:lnTo>
                  <a:pt x="4869789" y="2441143"/>
                </a:lnTo>
                <a:lnTo>
                  <a:pt x="4872964" y="2445842"/>
                </a:lnTo>
                <a:lnTo>
                  <a:pt x="4953940" y="2445842"/>
                </a:lnTo>
                <a:close/>
              </a:path>
              <a:path w="6410959" h="3716020">
                <a:moveTo>
                  <a:pt x="5124120" y="3708552"/>
                </a:moveTo>
                <a:lnTo>
                  <a:pt x="5119382" y="3703370"/>
                </a:lnTo>
                <a:lnTo>
                  <a:pt x="5116017" y="3696944"/>
                </a:lnTo>
                <a:lnTo>
                  <a:pt x="5113998" y="3689388"/>
                </a:lnTo>
                <a:lnTo>
                  <a:pt x="5113337" y="3680815"/>
                </a:lnTo>
                <a:lnTo>
                  <a:pt x="5113337" y="3584333"/>
                </a:lnTo>
                <a:lnTo>
                  <a:pt x="5111153" y="3556901"/>
                </a:lnTo>
                <a:lnTo>
                  <a:pt x="5107825" y="3546945"/>
                </a:lnTo>
                <a:lnTo>
                  <a:pt x="5104092" y="3535794"/>
                </a:lnTo>
                <a:lnTo>
                  <a:pt x="5091392" y="3520567"/>
                </a:lnTo>
                <a:lnTo>
                  <a:pt x="5072278" y="3510775"/>
                </a:lnTo>
                <a:lnTo>
                  <a:pt x="5091950" y="3500437"/>
                </a:lnTo>
                <a:lnTo>
                  <a:pt x="5105870" y="3485134"/>
                </a:lnTo>
                <a:lnTo>
                  <a:pt x="5108105" y="3479406"/>
                </a:lnTo>
                <a:lnTo>
                  <a:pt x="5114137" y="3463963"/>
                </a:lnTo>
                <a:lnTo>
                  <a:pt x="5116754" y="3437204"/>
                </a:lnTo>
                <a:lnTo>
                  <a:pt x="5116881" y="3385337"/>
                </a:lnTo>
                <a:lnTo>
                  <a:pt x="5111826" y="3349167"/>
                </a:lnTo>
                <a:lnTo>
                  <a:pt x="5110556" y="3339998"/>
                </a:lnTo>
                <a:lnTo>
                  <a:pt x="5090655" y="3308451"/>
                </a:lnTo>
                <a:lnTo>
                  <a:pt x="5055819" y="3290024"/>
                </a:lnTo>
                <a:lnTo>
                  <a:pt x="5042014" y="3288411"/>
                </a:lnTo>
                <a:lnTo>
                  <a:pt x="5042014" y="3388957"/>
                </a:lnTo>
                <a:lnTo>
                  <a:pt x="5042014" y="3437204"/>
                </a:lnTo>
                <a:lnTo>
                  <a:pt x="5039652" y="3455492"/>
                </a:lnTo>
                <a:lnTo>
                  <a:pt x="5032210" y="3468700"/>
                </a:lnTo>
                <a:lnTo>
                  <a:pt x="5019129" y="3476714"/>
                </a:lnTo>
                <a:lnTo>
                  <a:pt x="4999825" y="3479406"/>
                </a:lnTo>
                <a:lnTo>
                  <a:pt x="4963604" y="3479406"/>
                </a:lnTo>
                <a:lnTo>
                  <a:pt x="4963604" y="3349167"/>
                </a:lnTo>
                <a:lnTo>
                  <a:pt x="4999825" y="3349167"/>
                </a:lnTo>
                <a:lnTo>
                  <a:pt x="5019129" y="3351479"/>
                </a:lnTo>
                <a:lnTo>
                  <a:pt x="5032210" y="3358654"/>
                </a:lnTo>
                <a:lnTo>
                  <a:pt x="5039652" y="3371037"/>
                </a:lnTo>
                <a:lnTo>
                  <a:pt x="5042014" y="3388957"/>
                </a:lnTo>
                <a:lnTo>
                  <a:pt x="5042014" y="3288411"/>
                </a:lnTo>
                <a:lnTo>
                  <a:pt x="5004663" y="3284029"/>
                </a:lnTo>
                <a:lnTo>
                  <a:pt x="4889868" y="3284029"/>
                </a:lnTo>
                <a:lnTo>
                  <a:pt x="4889868" y="3708552"/>
                </a:lnTo>
                <a:lnTo>
                  <a:pt x="4963604" y="3708552"/>
                </a:lnTo>
                <a:lnTo>
                  <a:pt x="4963604" y="3546945"/>
                </a:lnTo>
                <a:lnTo>
                  <a:pt x="4996129" y="3546945"/>
                </a:lnTo>
                <a:lnTo>
                  <a:pt x="5015611" y="3549116"/>
                </a:lnTo>
                <a:lnTo>
                  <a:pt x="5027866" y="3556139"/>
                </a:lnTo>
                <a:lnTo>
                  <a:pt x="5034229" y="3568827"/>
                </a:lnTo>
                <a:lnTo>
                  <a:pt x="5036058" y="3587953"/>
                </a:lnTo>
                <a:lnTo>
                  <a:pt x="5036058" y="3680815"/>
                </a:lnTo>
                <a:lnTo>
                  <a:pt x="5036464" y="3689388"/>
                </a:lnTo>
                <a:lnTo>
                  <a:pt x="5036502" y="3690239"/>
                </a:lnTo>
                <a:lnTo>
                  <a:pt x="5037861" y="3698303"/>
                </a:lnTo>
                <a:lnTo>
                  <a:pt x="5040134" y="3704564"/>
                </a:lnTo>
                <a:lnTo>
                  <a:pt x="5043297" y="3708552"/>
                </a:lnTo>
                <a:lnTo>
                  <a:pt x="5124120" y="3708552"/>
                </a:lnTo>
                <a:close/>
              </a:path>
              <a:path w="6410959" h="3716020">
                <a:moveTo>
                  <a:pt x="5207520" y="3076587"/>
                </a:moveTo>
                <a:lnTo>
                  <a:pt x="5193246" y="3013887"/>
                </a:lnTo>
                <a:lnTo>
                  <a:pt x="5178158" y="2947555"/>
                </a:lnTo>
                <a:lnTo>
                  <a:pt x="5132324" y="2746133"/>
                </a:lnTo>
                <a:lnTo>
                  <a:pt x="5110924" y="2652064"/>
                </a:lnTo>
                <a:lnTo>
                  <a:pt x="5104803" y="2652064"/>
                </a:lnTo>
                <a:lnTo>
                  <a:pt x="5104803" y="2947555"/>
                </a:lnTo>
                <a:lnTo>
                  <a:pt x="5040884" y="2947555"/>
                </a:lnTo>
                <a:lnTo>
                  <a:pt x="5068582" y="2806433"/>
                </a:lnTo>
                <a:lnTo>
                  <a:pt x="5072278" y="2746133"/>
                </a:lnTo>
                <a:lnTo>
                  <a:pt x="5077104" y="2806433"/>
                </a:lnTo>
                <a:lnTo>
                  <a:pt x="5104803" y="2947555"/>
                </a:lnTo>
                <a:lnTo>
                  <a:pt x="5104803" y="2652064"/>
                </a:lnTo>
                <a:lnTo>
                  <a:pt x="5034762" y="2652064"/>
                </a:lnTo>
                <a:lnTo>
                  <a:pt x="4940579" y="3076587"/>
                </a:lnTo>
                <a:lnTo>
                  <a:pt x="5016741" y="3076587"/>
                </a:lnTo>
                <a:lnTo>
                  <a:pt x="5028806" y="3013887"/>
                </a:lnTo>
                <a:lnTo>
                  <a:pt x="5118163" y="3013887"/>
                </a:lnTo>
                <a:lnTo>
                  <a:pt x="5131371" y="3076587"/>
                </a:lnTo>
                <a:lnTo>
                  <a:pt x="5207520" y="3076587"/>
                </a:lnTo>
                <a:close/>
              </a:path>
              <a:path w="6410959" h="3716020">
                <a:moveTo>
                  <a:pt x="5222011" y="2311958"/>
                </a:moveTo>
                <a:lnTo>
                  <a:pt x="5209032" y="2257387"/>
                </a:lnTo>
                <a:lnTo>
                  <a:pt x="5176126" y="2222716"/>
                </a:lnTo>
                <a:lnTo>
                  <a:pt x="5136197" y="2197392"/>
                </a:lnTo>
                <a:lnTo>
                  <a:pt x="5119395" y="2188997"/>
                </a:lnTo>
                <a:lnTo>
                  <a:pt x="5103812" y="2180044"/>
                </a:lnTo>
                <a:lnTo>
                  <a:pt x="5074958" y="2154313"/>
                </a:lnTo>
                <a:lnTo>
                  <a:pt x="5069865" y="2132266"/>
                </a:lnTo>
                <a:lnTo>
                  <a:pt x="5069865" y="2121408"/>
                </a:lnTo>
                <a:lnTo>
                  <a:pt x="5071770" y="2104174"/>
                </a:lnTo>
                <a:lnTo>
                  <a:pt x="5077853" y="2090877"/>
                </a:lnTo>
                <a:lnTo>
                  <a:pt x="5088674" y="2082304"/>
                </a:lnTo>
                <a:lnTo>
                  <a:pt x="5104803" y="2079269"/>
                </a:lnTo>
                <a:lnTo>
                  <a:pt x="5121668" y="2081593"/>
                </a:lnTo>
                <a:lnTo>
                  <a:pt x="5132870" y="2088756"/>
                </a:lnTo>
                <a:lnTo>
                  <a:pt x="5139106" y="2101113"/>
                </a:lnTo>
                <a:lnTo>
                  <a:pt x="5141023" y="2118982"/>
                </a:lnTo>
                <a:lnTo>
                  <a:pt x="5141023" y="2161209"/>
                </a:lnTo>
                <a:lnTo>
                  <a:pt x="5217185" y="2161209"/>
                </a:lnTo>
                <a:lnTo>
                  <a:pt x="5217185" y="2114169"/>
                </a:lnTo>
                <a:lnTo>
                  <a:pt x="5210505" y="2072741"/>
                </a:lnTo>
                <a:lnTo>
                  <a:pt x="5190134" y="2041639"/>
                </a:lnTo>
                <a:lnTo>
                  <a:pt x="5155501" y="2022081"/>
                </a:lnTo>
                <a:lnTo>
                  <a:pt x="5106086" y="2015286"/>
                </a:lnTo>
                <a:lnTo>
                  <a:pt x="5056403" y="2022513"/>
                </a:lnTo>
                <a:lnTo>
                  <a:pt x="5021338" y="2043290"/>
                </a:lnTo>
                <a:lnTo>
                  <a:pt x="5000561" y="2076297"/>
                </a:lnTo>
                <a:lnTo>
                  <a:pt x="4993716" y="2120214"/>
                </a:lnTo>
                <a:lnTo>
                  <a:pt x="4993716" y="2138299"/>
                </a:lnTo>
                <a:lnTo>
                  <a:pt x="5006124" y="2191816"/>
                </a:lnTo>
                <a:lnTo>
                  <a:pt x="5038471" y="2226335"/>
                </a:lnTo>
                <a:lnTo>
                  <a:pt x="5095786" y="2259558"/>
                </a:lnTo>
                <a:lnTo>
                  <a:pt x="5111750" y="2268994"/>
                </a:lnTo>
                <a:lnTo>
                  <a:pt x="5140287" y="2296833"/>
                </a:lnTo>
                <a:lnTo>
                  <a:pt x="5145862" y="2320404"/>
                </a:lnTo>
                <a:lnTo>
                  <a:pt x="5145862" y="2342108"/>
                </a:lnTo>
                <a:lnTo>
                  <a:pt x="5143919" y="2358694"/>
                </a:lnTo>
                <a:lnTo>
                  <a:pt x="5137569" y="2371661"/>
                </a:lnTo>
                <a:lnTo>
                  <a:pt x="5126025" y="2380107"/>
                </a:lnTo>
                <a:lnTo>
                  <a:pt x="5108499" y="2383117"/>
                </a:lnTo>
                <a:lnTo>
                  <a:pt x="5089017" y="2380234"/>
                </a:lnTo>
                <a:lnTo>
                  <a:pt x="5076774" y="2371814"/>
                </a:lnTo>
                <a:lnTo>
                  <a:pt x="5070399" y="2358186"/>
                </a:lnTo>
                <a:lnTo>
                  <a:pt x="5068582" y="2339695"/>
                </a:lnTo>
                <a:lnTo>
                  <a:pt x="5068582" y="2284234"/>
                </a:lnTo>
                <a:lnTo>
                  <a:pt x="4988877" y="2284234"/>
                </a:lnTo>
                <a:lnTo>
                  <a:pt x="4988877" y="2340902"/>
                </a:lnTo>
                <a:lnTo>
                  <a:pt x="4994986" y="2388768"/>
                </a:lnTo>
                <a:lnTo>
                  <a:pt x="5015027" y="2423528"/>
                </a:lnTo>
                <a:lnTo>
                  <a:pt x="5051577" y="2444712"/>
                </a:lnTo>
                <a:lnTo>
                  <a:pt x="5107216" y="2451874"/>
                </a:lnTo>
                <a:lnTo>
                  <a:pt x="5157279" y="2444597"/>
                </a:lnTo>
                <a:lnTo>
                  <a:pt x="5193169" y="2423528"/>
                </a:lnTo>
                <a:lnTo>
                  <a:pt x="5214785" y="2389784"/>
                </a:lnTo>
                <a:lnTo>
                  <a:pt x="5222011" y="2344521"/>
                </a:lnTo>
                <a:lnTo>
                  <a:pt x="5222011" y="2311958"/>
                </a:lnTo>
                <a:close/>
              </a:path>
              <a:path w="6410959" h="3716020">
                <a:moveTo>
                  <a:pt x="5304117" y="387134"/>
                </a:moveTo>
                <a:lnTo>
                  <a:pt x="5302377" y="335000"/>
                </a:lnTo>
                <a:lnTo>
                  <a:pt x="5297627" y="291795"/>
                </a:lnTo>
                <a:lnTo>
                  <a:pt x="5297068" y="286639"/>
                </a:lnTo>
                <a:lnTo>
                  <a:pt x="5288077" y="242011"/>
                </a:lnTo>
                <a:lnTo>
                  <a:pt x="5275288" y="201104"/>
                </a:lnTo>
                <a:lnTo>
                  <a:pt x="5258574" y="163880"/>
                </a:lnTo>
                <a:lnTo>
                  <a:pt x="5237823" y="130327"/>
                </a:lnTo>
                <a:lnTo>
                  <a:pt x="5212931" y="100406"/>
                </a:lnTo>
                <a:lnTo>
                  <a:pt x="5183759" y="74104"/>
                </a:lnTo>
                <a:lnTo>
                  <a:pt x="5150205" y="51384"/>
                </a:lnTo>
                <a:lnTo>
                  <a:pt x="5112131" y="32232"/>
                </a:lnTo>
                <a:lnTo>
                  <a:pt x="5069446" y="16624"/>
                </a:lnTo>
                <a:lnTo>
                  <a:pt x="5022012" y="4521"/>
                </a:lnTo>
                <a:lnTo>
                  <a:pt x="4994567" y="0"/>
                </a:lnTo>
                <a:lnTo>
                  <a:pt x="4937036" y="0"/>
                </a:lnTo>
                <a:lnTo>
                  <a:pt x="4937036" y="402729"/>
                </a:lnTo>
                <a:lnTo>
                  <a:pt x="4937036" y="660933"/>
                </a:lnTo>
                <a:lnTo>
                  <a:pt x="4930267" y="711949"/>
                </a:lnTo>
                <a:lnTo>
                  <a:pt x="4910010" y="748957"/>
                </a:lnTo>
                <a:lnTo>
                  <a:pt x="4876381" y="771486"/>
                </a:lnTo>
                <a:lnTo>
                  <a:pt x="4829492" y="779094"/>
                </a:lnTo>
                <a:lnTo>
                  <a:pt x="4757039" y="779094"/>
                </a:lnTo>
                <a:lnTo>
                  <a:pt x="4757039" y="291795"/>
                </a:lnTo>
                <a:lnTo>
                  <a:pt x="4831905" y="291795"/>
                </a:lnTo>
                <a:lnTo>
                  <a:pt x="4878425" y="298615"/>
                </a:lnTo>
                <a:lnTo>
                  <a:pt x="4911217" y="319227"/>
                </a:lnTo>
                <a:lnTo>
                  <a:pt x="4930648" y="353847"/>
                </a:lnTo>
                <a:lnTo>
                  <a:pt x="4937036" y="402729"/>
                </a:lnTo>
                <a:lnTo>
                  <a:pt x="4937036" y="0"/>
                </a:lnTo>
                <a:lnTo>
                  <a:pt x="4398340" y="0"/>
                </a:lnTo>
                <a:lnTo>
                  <a:pt x="4398340" y="1587144"/>
                </a:lnTo>
                <a:lnTo>
                  <a:pt x="4757039" y="1587144"/>
                </a:lnTo>
                <a:lnTo>
                  <a:pt x="4757039" y="1096302"/>
                </a:lnTo>
                <a:lnTo>
                  <a:pt x="4850104" y="1096302"/>
                </a:lnTo>
                <a:lnTo>
                  <a:pt x="4908715" y="1094460"/>
                </a:lnTo>
                <a:lnTo>
                  <a:pt x="4962842" y="1088986"/>
                </a:lnTo>
                <a:lnTo>
                  <a:pt x="5012588" y="1079944"/>
                </a:lnTo>
                <a:lnTo>
                  <a:pt x="5058041" y="1067409"/>
                </a:lnTo>
                <a:lnTo>
                  <a:pt x="5099304" y="1051445"/>
                </a:lnTo>
                <a:lnTo>
                  <a:pt x="5136464" y="1032116"/>
                </a:lnTo>
                <a:lnTo>
                  <a:pt x="5169624" y="1009497"/>
                </a:lnTo>
                <a:lnTo>
                  <a:pt x="5198884" y="983665"/>
                </a:lnTo>
                <a:lnTo>
                  <a:pt x="5224335" y="954671"/>
                </a:lnTo>
                <a:lnTo>
                  <a:pt x="5246090" y="922604"/>
                </a:lnTo>
                <a:lnTo>
                  <a:pt x="5264226" y="887514"/>
                </a:lnTo>
                <a:lnTo>
                  <a:pt x="5278844" y="849477"/>
                </a:lnTo>
                <a:lnTo>
                  <a:pt x="5290045" y="808570"/>
                </a:lnTo>
                <a:lnTo>
                  <a:pt x="5297932" y="764857"/>
                </a:lnTo>
                <a:lnTo>
                  <a:pt x="5302593" y="718413"/>
                </a:lnTo>
                <a:lnTo>
                  <a:pt x="5304117" y="669290"/>
                </a:lnTo>
                <a:lnTo>
                  <a:pt x="5304117" y="387134"/>
                </a:lnTo>
                <a:close/>
              </a:path>
              <a:path w="6410959" h="3716020">
                <a:moveTo>
                  <a:pt x="5365775" y="3284448"/>
                </a:moveTo>
                <a:lnTo>
                  <a:pt x="5149558" y="3284448"/>
                </a:lnTo>
                <a:lnTo>
                  <a:pt x="5149558" y="3354247"/>
                </a:lnTo>
                <a:lnTo>
                  <a:pt x="5219598" y="3354247"/>
                </a:lnTo>
                <a:lnTo>
                  <a:pt x="5219598" y="3708336"/>
                </a:lnTo>
                <a:lnTo>
                  <a:pt x="5295582" y="3708336"/>
                </a:lnTo>
                <a:lnTo>
                  <a:pt x="5295582" y="3354247"/>
                </a:lnTo>
                <a:lnTo>
                  <a:pt x="5365775" y="3354247"/>
                </a:lnTo>
                <a:lnTo>
                  <a:pt x="5365775" y="3284448"/>
                </a:lnTo>
                <a:close/>
              </a:path>
              <a:path w="6410959" h="3716020">
                <a:moveTo>
                  <a:pt x="5430990" y="2021687"/>
                </a:moveTo>
                <a:lnTo>
                  <a:pt x="5258232" y="2021687"/>
                </a:lnTo>
                <a:lnTo>
                  <a:pt x="5258232" y="2092756"/>
                </a:lnTo>
                <a:lnTo>
                  <a:pt x="5307660" y="2092756"/>
                </a:lnTo>
                <a:lnTo>
                  <a:pt x="5307660" y="2373223"/>
                </a:lnTo>
                <a:lnTo>
                  <a:pt x="5258232" y="2373223"/>
                </a:lnTo>
                <a:lnTo>
                  <a:pt x="5258232" y="2445562"/>
                </a:lnTo>
                <a:lnTo>
                  <a:pt x="5430990" y="2445562"/>
                </a:lnTo>
                <a:lnTo>
                  <a:pt x="5430990" y="2373223"/>
                </a:lnTo>
                <a:lnTo>
                  <a:pt x="5382692" y="2373223"/>
                </a:lnTo>
                <a:lnTo>
                  <a:pt x="5382692" y="2092756"/>
                </a:lnTo>
                <a:lnTo>
                  <a:pt x="5430990" y="2092756"/>
                </a:lnTo>
                <a:lnTo>
                  <a:pt x="5430990" y="2021687"/>
                </a:lnTo>
                <a:close/>
              </a:path>
              <a:path w="6410959" h="3716020">
                <a:moveTo>
                  <a:pt x="5613235" y="3637254"/>
                </a:moveTo>
                <a:lnTo>
                  <a:pt x="5486527" y="3637254"/>
                </a:lnTo>
                <a:lnTo>
                  <a:pt x="5486527" y="3529380"/>
                </a:lnTo>
                <a:lnTo>
                  <a:pt x="5595201" y="3529380"/>
                </a:lnTo>
                <a:lnTo>
                  <a:pt x="5595201" y="3458311"/>
                </a:lnTo>
                <a:lnTo>
                  <a:pt x="5486527" y="3458311"/>
                </a:lnTo>
                <a:lnTo>
                  <a:pt x="5486527" y="3354247"/>
                </a:lnTo>
                <a:lnTo>
                  <a:pt x="5609691" y="3354247"/>
                </a:lnTo>
                <a:lnTo>
                  <a:pt x="5609691" y="3284448"/>
                </a:lnTo>
                <a:lnTo>
                  <a:pt x="5410378" y="3284448"/>
                </a:lnTo>
                <a:lnTo>
                  <a:pt x="5410378" y="3354247"/>
                </a:lnTo>
                <a:lnTo>
                  <a:pt x="5410378" y="3458311"/>
                </a:lnTo>
                <a:lnTo>
                  <a:pt x="5410378" y="3529380"/>
                </a:lnTo>
                <a:lnTo>
                  <a:pt x="5410378" y="3637254"/>
                </a:lnTo>
                <a:lnTo>
                  <a:pt x="5410378" y="3708336"/>
                </a:lnTo>
                <a:lnTo>
                  <a:pt x="5613235" y="3708336"/>
                </a:lnTo>
                <a:lnTo>
                  <a:pt x="5613235" y="3637254"/>
                </a:lnTo>
                <a:close/>
              </a:path>
              <a:path w="6410959" h="3716020">
                <a:moveTo>
                  <a:pt x="5718365" y="2146731"/>
                </a:moveTo>
                <a:lnTo>
                  <a:pt x="5714009" y="2105977"/>
                </a:lnTo>
                <a:lnTo>
                  <a:pt x="5682170" y="2049665"/>
                </a:lnTo>
                <a:lnTo>
                  <a:pt x="5641276" y="2027885"/>
                </a:lnTo>
                <a:lnTo>
                  <a:pt x="5638673" y="2027275"/>
                </a:lnTo>
                <a:lnTo>
                  <a:pt x="5638673" y="2152764"/>
                </a:lnTo>
                <a:lnTo>
                  <a:pt x="5638673" y="2311958"/>
                </a:lnTo>
                <a:lnTo>
                  <a:pt x="5635256" y="2340673"/>
                </a:lnTo>
                <a:lnTo>
                  <a:pt x="5635142" y="2341664"/>
                </a:lnTo>
                <a:lnTo>
                  <a:pt x="5624931" y="2362314"/>
                </a:lnTo>
                <a:lnTo>
                  <a:pt x="5608586" y="2374379"/>
                </a:lnTo>
                <a:lnTo>
                  <a:pt x="5586666" y="2378303"/>
                </a:lnTo>
                <a:lnTo>
                  <a:pt x="5557698" y="2378303"/>
                </a:lnTo>
                <a:lnTo>
                  <a:pt x="5557698" y="2086508"/>
                </a:lnTo>
                <a:lnTo>
                  <a:pt x="5586666" y="2086508"/>
                </a:lnTo>
                <a:lnTo>
                  <a:pt x="5608586" y="2090254"/>
                </a:lnTo>
                <a:lnTo>
                  <a:pt x="5624931" y="2102027"/>
                </a:lnTo>
                <a:lnTo>
                  <a:pt x="5635142" y="2122601"/>
                </a:lnTo>
                <a:lnTo>
                  <a:pt x="5638673" y="2152764"/>
                </a:lnTo>
                <a:lnTo>
                  <a:pt x="5638673" y="2027275"/>
                </a:lnTo>
                <a:lnTo>
                  <a:pt x="5625350" y="2024126"/>
                </a:lnTo>
                <a:lnTo>
                  <a:pt x="5608523" y="2021941"/>
                </a:lnTo>
                <a:lnTo>
                  <a:pt x="5590375" y="2021230"/>
                </a:lnTo>
                <a:lnTo>
                  <a:pt x="5480418" y="2021230"/>
                </a:lnTo>
                <a:lnTo>
                  <a:pt x="5480418" y="2445842"/>
                </a:lnTo>
                <a:lnTo>
                  <a:pt x="5590375" y="2445842"/>
                </a:lnTo>
                <a:lnTo>
                  <a:pt x="5656300" y="2432723"/>
                </a:lnTo>
                <a:lnTo>
                  <a:pt x="5701462" y="2391562"/>
                </a:lnTo>
                <a:lnTo>
                  <a:pt x="5717248" y="2340673"/>
                </a:lnTo>
                <a:lnTo>
                  <a:pt x="5718365" y="2319197"/>
                </a:lnTo>
                <a:lnTo>
                  <a:pt x="5718365" y="2146731"/>
                </a:lnTo>
                <a:close/>
              </a:path>
              <a:path w="6410959" h="3716020">
                <a:moveTo>
                  <a:pt x="6009449" y="2445842"/>
                </a:moveTo>
                <a:lnTo>
                  <a:pt x="5995187" y="2383117"/>
                </a:lnTo>
                <a:lnTo>
                  <a:pt x="5979820" y="2315578"/>
                </a:lnTo>
                <a:lnTo>
                  <a:pt x="5934291" y="2115451"/>
                </a:lnTo>
                <a:lnTo>
                  <a:pt x="5912853" y="2021230"/>
                </a:lnTo>
                <a:lnTo>
                  <a:pt x="5906732" y="2021230"/>
                </a:lnTo>
                <a:lnTo>
                  <a:pt x="5906732" y="2315578"/>
                </a:lnTo>
                <a:lnTo>
                  <a:pt x="5842660" y="2315578"/>
                </a:lnTo>
                <a:lnTo>
                  <a:pt x="5869229" y="2174468"/>
                </a:lnTo>
                <a:lnTo>
                  <a:pt x="5874055" y="2115451"/>
                </a:lnTo>
                <a:lnTo>
                  <a:pt x="5878881" y="2174468"/>
                </a:lnTo>
                <a:lnTo>
                  <a:pt x="5906732" y="2315578"/>
                </a:lnTo>
                <a:lnTo>
                  <a:pt x="5906732" y="2021230"/>
                </a:lnTo>
                <a:lnTo>
                  <a:pt x="5835421" y="2021230"/>
                </a:lnTo>
                <a:lnTo>
                  <a:pt x="5741225" y="2445842"/>
                </a:lnTo>
                <a:lnTo>
                  <a:pt x="5818505" y="2445842"/>
                </a:lnTo>
                <a:lnTo>
                  <a:pt x="5829452" y="2383117"/>
                </a:lnTo>
                <a:lnTo>
                  <a:pt x="5920105" y="2383117"/>
                </a:lnTo>
                <a:lnTo>
                  <a:pt x="5932170" y="2445842"/>
                </a:lnTo>
                <a:lnTo>
                  <a:pt x="6009449" y="2445842"/>
                </a:lnTo>
                <a:close/>
              </a:path>
              <a:path w="6410959" h="3716020">
                <a:moveTo>
                  <a:pt x="6283477" y="2146731"/>
                </a:moveTo>
                <a:lnTo>
                  <a:pt x="6279121" y="2105977"/>
                </a:lnTo>
                <a:lnTo>
                  <a:pt x="6271628" y="2086508"/>
                </a:lnTo>
                <a:lnTo>
                  <a:pt x="6266726" y="2073757"/>
                </a:lnTo>
                <a:lnTo>
                  <a:pt x="6247346" y="2049665"/>
                </a:lnTo>
                <a:lnTo>
                  <a:pt x="6221971" y="2033295"/>
                </a:lnTo>
                <a:lnTo>
                  <a:pt x="6207010" y="2027885"/>
                </a:lnTo>
                <a:lnTo>
                  <a:pt x="6203785" y="2027135"/>
                </a:lnTo>
                <a:lnTo>
                  <a:pt x="6203785" y="2152764"/>
                </a:lnTo>
                <a:lnTo>
                  <a:pt x="6203785" y="2311958"/>
                </a:lnTo>
                <a:lnTo>
                  <a:pt x="6200559" y="2340673"/>
                </a:lnTo>
                <a:lnTo>
                  <a:pt x="6200457" y="2341664"/>
                </a:lnTo>
                <a:lnTo>
                  <a:pt x="6190678" y="2362314"/>
                </a:lnTo>
                <a:lnTo>
                  <a:pt x="6174778" y="2374379"/>
                </a:lnTo>
                <a:lnTo>
                  <a:pt x="6153061" y="2378303"/>
                </a:lnTo>
                <a:lnTo>
                  <a:pt x="6122962" y="2378303"/>
                </a:lnTo>
                <a:lnTo>
                  <a:pt x="6122962" y="2086508"/>
                </a:lnTo>
                <a:lnTo>
                  <a:pt x="6151943" y="2086508"/>
                </a:lnTo>
                <a:lnTo>
                  <a:pt x="6173762" y="2090254"/>
                </a:lnTo>
                <a:lnTo>
                  <a:pt x="6190056" y="2102027"/>
                </a:lnTo>
                <a:lnTo>
                  <a:pt x="6200254" y="2122601"/>
                </a:lnTo>
                <a:lnTo>
                  <a:pt x="6203785" y="2152764"/>
                </a:lnTo>
                <a:lnTo>
                  <a:pt x="6203785" y="2027135"/>
                </a:lnTo>
                <a:lnTo>
                  <a:pt x="6191021" y="2024126"/>
                </a:lnTo>
                <a:lnTo>
                  <a:pt x="6173889" y="2021941"/>
                </a:lnTo>
                <a:lnTo>
                  <a:pt x="6155487" y="2021230"/>
                </a:lnTo>
                <a:lnTo>
                  <a:pt x="6046813" y="2021230"/>
                </a:lnTo>
                <a:lnTo>
                  <a:pt x="6046813" y="2445842"/>
                </a:lnTo>
                <a:lnTo>
                  <a:pt x="6155487" y="2445842"/>
                </a:lnTo>
                <a:lnTo>
                  <a:pt x="6221958" y="2432723"/>
                </a:lnTo>
                <a:lnTo>
                  <a:pt x="6266573" y="2391562"/>
                </a:lnTo>
                <a:lnTo>
                  <a:pt x="6273546" y="2378303"/>
                </a:lnTo>
                <a:lnTo>
                  <a:pt x="6274308" y="2376868"/>
                </a:lnTo>
                <a:lnTo>
                  <a:pt x="6279553" y="2359901"/>
                </a:lnTo>
                <a:lnTo>
                  <a:pt x="6282537" y="2340673"/>
                </a:lnTo>
                <a:lnTo>
                  <a:pt x="6283477" y="2319197"/>
                </a:lnTo>
                <a:lnTo>
                  <a:pt x="6283477" y="2146731"/>
                </a:lnTo>
                <a:close/>
              </a:path>
              <a:path w="6410959" h="3716020">
                <a:moveTo>
                  <a:pt x="6410452" y="0"/>
                </a:moveTo>
                <a:lnTo>
                  <a:pt x="6089154" y="0"/>
                </a:lnTo>
                <a:lnTo>
                  <a:pt x="6089154" y="713981"/>
                </a:lnTo>
                <a:lnTo>
                  <a:pt x="6095111" y="858685"/>
                </a:lnTo>
                <a:lnTo>
                  <a:pt x="6070955" y="769454"/>
                </a:lnTo>
                <a:lnTo>
                  <a:pt x="6050877" y="713981"/>
                </a:lnTo>
                <a:lnTo>
                  <a:pt x="5792368" y="0"/>
                </a:lnTo>
                <a:lnTo>
                  <a:pt x="5461089" y="0"/>
                </a:lnTo>
                <a:lnTo>
                  <a:pt x="5461089" y="1587144"/>
                </a:lnTo>
                <a:lnTo>
                  <a:pt x="5790819" y="1587144"/>
                </a:lnTo>
                <a:lnTo>
                  <a:pt x="5790819" y="872020"/>
                </a:lnTo>
                <a:lnTo>
                  <a:pt x="5781154" y="713981"/>
                </a:lnTo>
                <a:lnTo>
                  <a:pt x="5808853" y="805624"/>
                </a:lnTo>
                <a:lnTo>
                  <a:pt x="6097524" y="1587144"/>
                </a:lnTo>
                <a:lnTo>
                  <a:pt x="6410452" y="1587144"/>
                </a:lnTo>
                <a:lnTo>
                  <a:pt x="6410452" y="858685"/>
                </a:lnTo>
                <a:lnTo>
                  <a:pt x="64104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4300" spc="-100" dirty="0">
                <a:solidFill>
                  <a:srgbClr val="000000"/>
                </a:solidFill>
                <a:latin typeface="Calibri"/>
                <a:cs typeface="Calibri"/>
              </a:rPr>
              <a:t>DATOS</a:t>
            </a:r>
            <a:r>
              <a:rPr sz="4300" spc="-1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000000"/>
                </a:solidFill>
                <a:latin typeface="Calibri"/>
                <a:cs typeface="Calibri"/>
              </a:rPr>
              <a:t>ESTRUCTURADOS</a:t>
            </a:r>
            <a:r>
              <a:rPr sz="4300"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000000"/>
                </a:solidFill>
                <a:latin typeface="Calibri"/>
                <a:cs typeface="Calibri"/>
              </a:rPr>
              <a:t>EN</a:t>
            </a:r>
            <a:r>
              <a:rPr sz="4300" spc="-1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000000"/>
                </a:solidFill>
                <a:latin typeface="Calibri"/>
                <a:cs typeface="Calibri"/>
              </a:rPr>
              <a:t>ARCHIVOS, </a:t>
            </a:r>
            <a:r>
              <a:rPr sz="4300" spc="-25" dirty="0">
                <a:solidFill>
                  <a:srgbClr val="000000"/>
                </a:solidFill>
                <a:latin typeface="Calibri"/>
                <a:cs typeface="Calibri"/>
              </a:rPr>
              <a:t>ALMACENAMIENTO</a:t>
            </a:r>
            <a:r>
              <a:rPr sz="4300" spc="-1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000000"/>
                </a:solidFill>
                <a:latin typeface="Calibri"/>
                <a:cs typeface="Calibri"/>
              </a:rPr>
              <a:t>PERSISTENTE</a:t>
            </a:r>
            <a:r>
              <a:rPr sz="4300" spc="-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000000"/>
                </a:solidFill>
                <a:latin typeface="Calibri"/>
                <a:cs typeface="Calibri"/>
              </a:rPr>
              <a:t>Y</a:t>
            </a:r>
            <a:r>
              <a:rPr sz="4300" spc="-1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000000"/>
                </a:solidFill>
                <a:latin typeface="Calibri"/>
                <a:cs typeface="Calibri"/>
              </a:rPr>
              <a:t>USO </a:t>
            </a:r>
            <a:r>
              <a:rPr sz="4300" dirty="0">
                <a:solidFill>
                  <a:srgbClr val="000000"/>
                </a:solidFill>
                <a:latin typeface="Calibri"/>
                <a:cs typeface="Calibri"/>
              </a:rPr>
              <a:t>DE</a:t>
            </a:r>
            <a:r>
              <a:rPr sz="430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000000"/>
                </a:solidFill>
                <a:latin typeface="Calibri"/>
                <a:cs typeface="Calibri"/>
              </a:rPr>
              <a:t>PUNTEROS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1611" y="244221"/>
            <a:ext cx="55124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72727"/>
                </a:solidFill>
                <a:latin typeface="Arial MT"/>
                <a:cs typeface="Arial MT"/>
              </a:rPr>
              <a:t>INGENIERÍA</a:t>
            </a:r>
            <a:r>
              <a:rPr sz="1500" spc="-95" dirty="0">
                <a:solidFill>
                  <a:srgbClr val="272727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272727"/>
                </a:solidFill>
                <a:latin typeface="Arial MT"/>
                <a:cs typeface="Arial MT"/>
              </a:rPr>
              <a:t>DE</a:t>
            </a:r>
            <a:r>
              <a:rPr sz="1500" spc="-5" dirty="0">
                <a:solidFill>
                  <a:srgbClr val="272727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272727"/>
                </a:solidFill>
                <a:latin typeface="Arial MT"/>
                <a:cs typeface="Arial MT"/>
              </a:rPr>
              <a:t>SISTEMAS</a:t>
            </a:r>
            <a:r>
              <a:rPr sz="1500" spc="-15" dirty="0">
                <a:solidFill>
                  <a:srgbClr val="272727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272727"/>
                </a:solidFill>
                <a:latin typeface="Arial MT"/>
                <a:cs typeface="Arial MT"/>
              </a:rPr>
              <a:t>COMPUTACIONALES</a:t>
            </a:r>
            <a:r>
              <a:rPr sz="1500" spc="30" dirty="0">
                <a:solidFill>
                  <a:srgbClr val="272727"/>
                </a:solidFill>
                <a:latin typeface="Arial MT"/>
                <a:cs typeface="Arial MT"/>
              </a:rPr>
              <a:t> </a:t>
            </a:r>
            <a:r>
              <a:rPr sz="1500" dirty="0">
                <a:latin typeface="Calibri"/>
                <a:cs typeface="Calibri"/>
              </a:rPr>
              <a:t>–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SEMANA</a:t>
            </a:r>
            <a:r>
              <a:rPr sz="1500" spc="-25" dirty="0">
                <a:latin typeface="Calibri"/>
                <a:cs typeface="Calibri"/>
              </a:rPr>
              <a:t> 10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0976" y="4135373"/>
            <a:ext cx="407542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Docente: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MBA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Ing.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Percy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Pardo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Zapata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679306" y="0"/>
            <a:ext cx="3512820" cy="6824980"/>
            <a:chOff x="8679306" y="0"/>
            <a:chExt cx="3512820" cy="68249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45468" y="0"/>
              <a:ext cx="946480" cy="15087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9306" y="5870674"/>
              <a:ext cx="598500" cy="9540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1682" y="609600"/>
            <a:ext cx="4048633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z="6000" b="1" dirty="0">
                <a:solidFill>
                  <a:srgbClr val="272727"/>
                </a:solidFill>
              </a:rPr>
              <a:t>G</a:t>
            </a:r>
            <a:r>
              <a:rPr lang="es-PE" sz="6000" b="1" dirty="0">
                <a:solidFill>
                  <a:srgbClr val="272727"/>
                </a:solidFill>
              </a:rPr>
              <a:t>RUPO 2</a:t>
            </a:r>
            <a:endParaRPr sz="6000" b="1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92CFDEDC-095F-3744-CD04-D94053B5AAE9}"/>
              </a:ext>
            </a:extLst>
          </p:cNvPr>
          <p:cNvSpPr txBox="1"/>
          <p:nvPr/>
        </p:nvSpPr>
        <p:spPr>
          <a:xfrm>
            <a:off x="3023806" y="2354667"/>
            <a:ext cx="6144387" cy="179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82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695"/>
              </a:spcBef>
              <a:buFont typeface="Arial" panose="020B0604020202020204" pitchFamily="34" charset="0"/>
              <a:buChar char="•"/>
            </a:pPr>
            <a:r>
              <a:rPr lang="es-US" sz="1800" b="1" u="sng" dirty="0">
                <a:solidFill>
                  <a:schemeClr val="tx1"/>
                </a:solidFill>
                <a:uFill>
                  <a:solidFill>
                    <a:srgbClr val="676767"/>
                  </a:solidFill>
                </a:uFill>
                <a:latin typeface="Arial MT"/>
                <a:cs typeface="Arial MT"/>
              </a:rPr>
              <a:t>INTEGRANTES:</a:t>
            </a:r>
          </a:p>
          <a:p>
            <a:pPr marL="298450" indent="-285750">
              <a:lnSpc>
                <a:spcPct val="100000"/>
              </a:lnSpc>
              <a:spcBef>
                <a:spcPts val="695"/>
              </a:spcBef>
              <a:buFont typeface="Arial" panose="020B0604020202020204" pitchFamily="34" charset="0"/>
              <a:buChar char="•"/>
            </a:pPr>
            <a:endParaRPr sz="1800" b="1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EEA82E"/>
              </a:buClr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es-US" sz="1800" b="1" dirty="0">
                <a:solidFill>
                  <a:schemeClr val="tx1"/>
                </a:solidFill>
                <a:latin typeface="Arial MT"/>
                <a:cs typeface="Arial MT"/>
              </a:rPr>
              <a:t>Juan Carlos Alvarez Ayala. (N00492243).</a:t>
            </a:r>
            <a:endParaRPr sz="1800" b="1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EEA82E"/>
              </a:buClr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es-419" b="1" i="0" dirty="0">
                <a:solidFill>
                  <a:schemeClr val="tx1"/>
                </a:solidFill>
                <a:effectLst/>
                <a:latin typeface="Arial MT"/>
              </a:rPr>
              <a:t>Gelcy Mirely Niño de Guzman Velasco. (N00479498).</a:t>
            </a: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EEA82E"/>
              </a:buClr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es-US" sz="1800" b="1" spc="-10" dirty="0">
                <a:solidFill>
                  <a:schemeClr val="tx1"/>
                </a:solidFill>
                <a:latin typeface="Arial MT"/>
                <a:cs typeface="Arial MT"/>
              </a:rPr>
              <a:t>Yalexia Maribel Uriarte Ahuanari</a:t>
            </a:r>
            <a:r>
              <a:rPr lang="es-US" b="1" spc="-10" dirty="0">
                <a:solidFill>
                  <a:schemeClr val="tx1"/>
                </a:solidFill>
                <a:latin typeface="Arial MT"/>
                <a:cs typeface="Arial MT"/>
              </a:rPr>
              <a:t>. (N00480485).</a:t>
            </a:r>
            <a:endParaRPr sz="1800" b="1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83734" y="315544"/>
            <a:ext cx="322643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0" dirty="0">
                <a:solidFill>
                  <a:srgbClr val="272727"/>
                </a:solidFill>
              </a:rPr>
              <a:t>EJERCICIOS</a:t>
            </a:r>
            <a:endParaRPr sz="4200"/>
          </a:p>
        </p:txBody>
      </p:sp>
      <p:pic>
        <p:nvPicPr>
          <p:cNvPr id="3" name="object 3" descr="Cómo el ejercicio mejora tu cerebro - Hoy Saludabl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6157" y="1207300"/>
            <a:ext cx="8139683" cy="54291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12204700" cy="6864350"/>
            <a:chOff x="-6350" y="-6350"/>
            <a:chExt cx="12204700" cy="686435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1097280"/>
            </a:xfrm>
            <a:custGeom>
              <a:avLst/>
              <a:gdLst/>
              <a:ahLst/>
              <a:cxnLst/>
              <a:rect l="l" t="t" r="r" b="b"/>
              <a:pathLst>
                <a:path w="12192000" h="1097280">
                  <a:moveTo>
                    <a:pt x="12192000" y="0"/>
                  </a:moveTo>
                  <a:lnTo>
                    <a:pt x="0" y="0"/>
                  </a:lnTo>
                  <a:lnTo>
                    <a:pt x="0" y="1097279"/>
                  </a:lnTo>
                  <a:lnTo>
                    <a:pt x="12192000" y="109727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2D7C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1097280"/>
            </a:xfrm>
            <a:custGeom>
              <a:avLst/>
              <a:gdLst/>
              <a:ahLst/>
              <a:cxnLst/>
              <a:rect l="l" t="t" r="r" b="b"/>
              <a:pathLst>
                <a:path w="12192000" h="1097280">
                  <a:moveTo>
                    <a:pt x="0" y="1097279"/>
                  </a:moveTo>
                  <a:lnTo>
                    <a:pt x="12192000" y="109727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097279"/>
                  </a:lnTo>
                  <a:close/>
                </a:path>
              </a:pathLst>
            </a:custGeom>
            <a:ln w="12700">
              <a:solidFill>
                <a:srgbClr val="2D7C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916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Ejercicios</a:t>
            </a:r>
            <a:r>
              <a:rPr sz="305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Básicos</a:t>
            </a:r>
            <a:r>
              <a:rPr sz="3050" b="1" spc="6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3050" b="1" spc="6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N°</a:t>
            </a:r>
            <a:r>
              <a:rPr sz="30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30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30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N°</a:t>
            </a:r>
            <a:r>
              <a:rPr sz="30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30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64236" y="1175003"/>
            <a:ext cx="11452860" cy="2723515"/>
            <a:chOff x="364236" y="1175003"/>
            <a:chExt cx="11452860" cy="272351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236" y="1175003"/>
              <a:ext cx="11452860" cy="27233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63296" y="1219199"/>
              <a:ext cx="11314430" cy="2585085"/>
            </a:xfrm>
            <a:custGeom>
              <a:avLst/>
              <a:gdLst/>
              <a:ahLst/>
              <a:cxnLst/>
              <a:rect l="l" t="t" r="r" b="b"/>
              <a:pathLst>
                <a:path w="11314430" h="2585085">
                  <a:moveTo>
                    <a:pt x="11314176" y="0"/>
                  </a:moveTo>
                  <a:lnTo>
                    <a:pt x="0" y="0"/>
                  </a:lnTo>
                  <a:lnTo>
                    <a:pt x="0" y="2584704"/>
                  </a:lnTo>
                  <a:lnTo>
                    <a:pt x="11314176" y="2584704"/>
                  </a:lnTo>
                  <a:lnTo>
                    <a:pt x="11314176" y="0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3296" y="1219199"/>
              <a:ext cx="11314430" cy="2585085"/>
            </a:xfrm>
            <a:custGeom>
              <a:avLst/>
              <a:gdLst/>
              <a:ahLst/>
              <a:cxnLst/>
              <a:rect l="l" t="t" r="r" b="b"/>
              <a:pathLst>
                <a:path w="11314430" h="2585085">
                  <a:moveTo>
                    <a:pt x="0" y="2584704"/>
                  </a:moveTo>
                  <a:lnTo>
                    <a:pt x="11314176" y="2584704"/>
                  </a:lnTo>
                  <a:lnTo>
                    <a:pt x="11314176" y="0"/>
                  </a:lnTo>
                  <a:lnTo>
                    <a:pt x="0" y="0"/>
                  </a:lnTo>
                  <a:lnTo>
                    <a:pt x="0" y="2584704"/>
                  </a:lnTo>
                  <a:close/>
                </a:path>
              </a:pathLst>
            </a:custGeom>
            <a:ln w="12699">
              <a:solidFill>
                <a:srgbClr val="A4D5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2064" y="1341119"/>
              <a:ext cx="670560" cy="670560"/>
            </a:xfrm>
            <a:custGeom>
              <a:avLst/>
              <a:gdLst/>
              <a:ahLst/>
              <a:cxnLst/>
              <a:rect l="l" t="t" r="r" b="b"/>
              <a:pathLst>
                <a:path w="670560" h="670560">
                  <a:moveTo>
                    <a:pt x="335280" y="0"/>
                  </a:moveTo>
                  <a:lnTo>
                    <a:pt x="285735" y="3635"/>
                  </a:lnTo>
                  <a:lnTo>
                    <a:pt x="238448" y="14195"/>
                  </a:lnTo>
                  <a:lnTo>
                    <a:pt x="193936" y="31162"/>
                  </a:lnTo>
                  <a:lnTo>
                    <a:pt x="152718" y="54016"/>
                  </a:lnTo>
                  <a:lnTo>
                    <a:pt x="115313" y="82239"/>
                  </a:lnTo>
                  <a:lnTo>
                    <a:pt x="82239" y="115313"/>
                  </a:lnTo>
                  <a:lnTo>
                    <a:pt x="54016" y="152718"/>
                  </a:lnTo>
                  <a:lnTo>
                    <a:pt x="31162" y="193936"/>
                  </a:lnTo>
                  <a:lnTo>
                    <a:pt x="14195" y="238448"/>
                  </a:lnTo>
                  <a:lnTo>
                    <a:pt x="3635" y="285735"/>
                  </a:lnTo>
                  <a:lnTo>
                    <a:pt x="0" y="335279"/>
                  </a:lnTo>
                  <a:lnTo>
                    <a:pt x="3635" y="384824"/>
                  </a:lnTo>
                  <a:lnTo>
                    <a:pt x="14195" y="432111"/>
                  </a:lnTo>
                  <a:lnTo>
                    <a:pt x="31162" y="476623"/>
                  </a:lnTo>
                  <a:lnTo>
                    <a:pt x="54016" y="517841"/>
                  </a:lnTo>
                  <a:lnTo>
                    <a:pt x="82239" y="555246"/>
                  </a:lnTo>
                  <a:lnTo>
                    <a:pt x="115313" y="588320"/>
                  </a:lnTo>
                  <a:lnTo>
                    <a:pt x="152718" y="616543"/>
                  </a:lnTo>
                  <a:lnTo>
                    <a:pt x="193936" y="639397"/>
                  </a:lnTo>
                  <a:lnTo>
                    <a:pt x="238448" y="656364"/>
                  </a:lnTo>
                  <a:lnTo>
                    <a:pt x="285735" y="666924"/>
                  </a:lnTo>
                  <a:lnTo>
                    <a:pt x="335280" y="670559"/>
                  </a:lnTo>
                  <a:lnTo>
                    <a:pt x="384824" y="666924"/>
                  </a:lnTo>
                  <a:lnTo>
                    <a:pt x="432111" y="656364"/>
                  </a:lnTo>
                  <a:lnTo>
                    <a:pt x="476623" y="639397"/>
                  </a:lnTo>
                  <a:lnTo>
                    <a:pt x="517841" y="616543"/>
                  </a:lnTo>
                  <a:lnTo>
                    <a:pt x="555246" y="588320"/>
                  </a:lnTo>
                  <a:lnTo>
                    <a:pt x="588320" y="555246"/>
                  </a:lnTo>
                  <a:lnTo>
                    <a:pt x="616543" y="517841"/>
                  </a:lnTo>
                  <a:lnTo>
                    <a:pt x="639397" y="476623"/>
                  </a:lnTo>
                  <a:lnTo>
                    <a:pt x="656364" y="432111"/>
                  </a:lnTo>
                  <a:lnTo>
                    <a:pt x="666924" y="384824"/>
                  </a:lnTo>
                  <a:lnTo>
                    <a:pt x="670560" y="335279"/>
                  </a:lnTo>
                  <a:lnTo>
                    <a:pt x="666924" y="285735"/>
                  </a:lnTo>
                  <a:lnTo>
                    <a:pt x="656364" y="238448"/>
                  </a:lnTo>
                  <a:lnTo>
                    <a:pt x="639397" y="193936"/>
                  </a:lnTo>
                  <a:lnTo>
                    <a:pt x="616543" y="152718"/>
                  </a:lnTo>
                  <a:lnTo>
                    <a:pt x="588320" y="115313"/>
                  </a:lnTo>
                  <a:lnTo>
                    <a:pt x="555246" y="82239"/>
                  </a:lnTo>
                  <a:lnTo>
                    <a:pt x="517841" y="54016"/>
                  </a:lnTo>
                  <a:lnTo>
                    <a:pt x="476623" y="31162"/>
                  </a:lnTo>
                  <a:lnTo>
                    <a:pt x="432111" y="14195"/>
                  </a:lnTo>
                  <a:lnTo>
                    <a:pt x="384824" y="3635"/>
                  </a:lnTo>
                  <a:lnTo>
                    <a:pt x="335280" y="0"/>
                  </a:lnTo>
                  <a:close/>
                </a:path>
              </a:pathLst>
            </a:custGeom>
            <a:solidFill>
              <a:srgbClr val="2D7C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2064" y="1341119"/>
              <a:ext cx="670560" cy="670560"/>
            </a:xfrm>
            <a:custGeom>
              <a:avLst/>
              <a:gdLst/>
              <a:ahLst/>
              <a:cxnLst/>
              <a:rect l="l" t="t" r="r" b="b"/>
              <a:pathLst>
                <a:path w="670560" h="670560">
                  <a:moveTo>
                    <a:pt x="0" y="335279"/>
                  </a:moveTo>
                  <a:lnTo>
                    <a:pt x="3635" y="285735"/>
                  </a:lnTo>
                  <a:lnTo>
                    <a:pt x="14195" y="238448"/>
                  </a:lnTo>
                  <a:lnTo>
                    <a:pt x="31162" y="193936"/>
                  </a:lnTo>
                  <a:lnTo>
                    <a:pt x="54016" y="152718"/>
                  </a:lnTo>
                  <a:lnTo>
                    <a:pt x="82239" y="115313"/>
                  </a:lnTo>
                  <a:lnTo>
                    <a:pt x="115313" y="82239"/>
                  </a:lnTo>
                  <a:lnTo>
                    <a:pt x="152718" y="54016"/>
                  </a:lnTo>
                  <a:lnTo>
                    <a:pt x="193936" y="31162"/>
                  </a:lnTo>
                  <a:lnTo>
                    <a:pt x="238448" y="14195"/>
                  </a:lnTo>
                  <a:lnTo>
                    <a:pt x="285735" y="3635"/>
                  </a:lnTo>
                  <a:lnTo>
                    <a:pt x="335280" y="0"/>
                  </a:lnTo>
                  <a:lnTo>
                    <a:pt x="384824" y="3635"/>
                  </a:lnTo>
                  <a:lnTo>
                    <a:pt x="432111" y="14195"/>
                  </a:lnTo>
                  <a:lnTo>
                    <a:pt x="476623" y="31162"/>
                  </a:lnTo>
                  <a:lnTo>
                    <a:pt x="517841" y="54016"/>
                  </a:lnTo>
                  <a:lnTo>
                    <a:pt x="555246" y="82239"/>
                  </a:lnTo>
                  <a:lnTo>
                    <a:pt x="588320" y="115313"/>
                  </a:lnTo>
                  <a:lnTo>
                    <a:pt x="616543" y="152718"/>
                  </a:lnTo>
                  <a:lnTo>
                    <a:pt x="639397" y="193936"/>
                  </a:lnTo>
                  <a:lnTo>
                    <a:pt x="656364" y="238448"/>
                  </a:lnTo>
                  <a:lnTo>
                    <a:pt x="666924" y="285735"/>
                  </a:lnTo>
                  <a:lnTo>
                    <a:pt x="670560" y="335279"/>
                  </a:lnTo>
                  <a:lnTo>
                    <a:pt x="666924" y="384824"/>
                  </a:lnTo>
                  <a:lnTo>
                    <a:pt x="656364" y="432111"/>
                  </a:lnTo>
                  <a:lnTo>
                    <a:pt x="639397" y="476623"/>
                  </a:lnTo>
                  <a:lnTo>
                    <a:pt x="616543" y="517841"/>
                  </a:lnTo>
                  <a:lnTo>
                    <a:pt x="588320" y="555246"/>
                  </a:lnTo>
                  <a:lnTo>
                    <a:pt x="555246" y="588320"/>
                  </a:lnTo>
                  <a:lnTo>
                    <a:pt x="517841" y="616543"/>
                  </a:lnTo>
                  <a:lnTo>
                    <a:pt x="476623" y="639397"/>
                  </a:lnTo>
                  <a:lnTo>
                    <a:pt x="432111" y="656364"/>
                  </a:lnTo>
                  <a:lnTo>
                    <a:pt x="384824" y="666924"/>
                  </a:lnTo>
                  <a:lnTo>
                    <a:pt x="335280" y="670559"/>
                  </a:lnTo>
                  <a:lnTo>
                    <a:pt x="285735" y="666924"/>
                  </a:lnTo>
                  <a:lnTo>
                    <a:pt x="238448" y="656364"/>
                  </a:lnTo>
                  <a:lnTo>
                    <a:pt x="193936" y="639397"/>
                  </a:lnTo>
                  <a:lnTo>
                    <a:pt x="152718" y="616543"/>
                  </a:lnTo>
                  <a:lnTo>
                    <a:pt x="115313" y="588320"/>
                  </a:lnTo>
                  <a:lnTo>
                    <a:pt x="82239" y="555246"/>
                  </a:lnTo>
                  <a:lnTo>
                    <a:pt x="54016" y="517841"/>
                  </a:lnTo>
                  <a:lnTo>
                    <a:pt x="31162" y="476623"/>
                  </a:lnTo>
                  <a:lnTo>
                    <a:pt x="14195" y="432111"/>
                  </a:lnTo>
                  <a:lnTo>
                    <a:pt x="3635" y="384824"/>
                  </a:lnTo>
                  <a:lnTo>
                    <a:pt x="0" y="335279"/>
                  </a:lnTo>
                  <a:close/>
                </a:path>
              </a:pathLst>
            </a:custGeom>
            <a:ln w="12700">
              <a:solidFill>
                <a:srgbClr val="2D7C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69924" y="1460957"/>
            <a:ext cx="1676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41374" y="1415541"/>
            <a:ext cx="179006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D2B1E"/>
                </a:solidFill>
                <a:latin typeface="Calibri"/>
                <a:cs typeface="Calibri"/>
              </a:rPr>
              <a:t>Leer</a:t>
            </a:r>
            <a:r>
              <a:rPr sz="2000" b="1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2B1E"/>
                </a:solidFill>
                <a:latin typeface="Calibri"/>
                <a:cs typeface="Calibri"/>
              </a:rPr>
              <a:t>y</a:t>
            </a:r>
            <a:r>
              <a:rPr sz="2000" b="1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2B1E"/>
                </a:solidFill>
                <a:latin typeface="Calibri"/>
                <a:cs typeface="Calibri"/>
              </a:rPr>
              <a:t>Filtrar</a:t>
            </a:r>
            <a:r>
              <a:rPr sz="2000" b="1" spc="-6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0D2B1E"/>
                </a:solidFill>
                <a:latin typeface="Calibri"/>
                <a:cs typeface="Calibri"/>
              </a:rPr>
              <a:t>CSV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0559" y="2170302"/>
            <a:ext cx="105378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Lee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el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archivo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"estudiantes.csv"</a:t>
            </a:r>
            <a:r>
              <a:rPr sz="1600" spc="-6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(columnas: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nombre,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nota,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carrera)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 y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muestra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por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pantalla</a:t>
            </a:r>
            <a:r>
              <a:rPr sz="1600" spc="-7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solo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los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estudiantes</a:t>
            </a:r>
            <a:r>
              <a:rPr sz="1600" spc="-6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con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nota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mayor</a:t>
            </a:r>
            <a:r>
              <a:rPr sz="1600" spc="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0D2B1E"/>
                </a:solidFill>
                <a:latin typeface="Calibri"/>
                <a:cs typeface="Calibri"/>
              </a:rPr>
              <a:t>o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igual</a:t>
            </a:r>
            <a:r>
              <a:rPr sz="1600" spc="-6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a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11.</a:t>
            </a:r>
            <a:r>
              <a:rPr sz="1600" spc="-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Calcula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y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muestra</a:t>
            </a:r>
            <a:r>
              <a:rPr sz="1600" spc="-1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el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promedio general</a:t>
            </a:r>
            <a:r>
              <a:rPr sz="1600" spc="-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al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final.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" y="3067811"/>
            <a:ext cx="454913" cy="37261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70559" y="3048000"/>
            <a:ext cx="6096000" cy="609600"/>
          </a:xfrm>
          <a:prstGeom prst="rect">
            <a:avLst/>
          </a:prstGeom>
          <a:ln w="12700">
            <a:solidFill>
              <a:srgbClr val="A4D5A7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400685">
              <a:lnSpc>
                <a:spcPts val="1675"/>
              </a:lnSpc>
              <a:spcBef>
                <a:spcPts val="545"/>
              </a:spcBef>
            </a:pPr>
            <a:r>
              <a:rPr sz="1400" b="1" dirty="0">
                <a:solidFill>
                  <a:srgbClr val="2D7C31"/>
                </a:solidFill>
                <a:latin typeface="Calibri"/>
                <a:cs typeface="Calibri"/>
              </a:rPr>
              <a:t>Pista:</a:t>
            </a:r>
            <a:r>
              <a:rPr sz="1400" b="1" spc="-35" dirty="0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Usa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C5A3D"/>
                </a:solidFill>
                <a:latin typeface="Calibri"/>
                <a:cs typeface="Calibri"/>
              </a:rPr>
              <a:t>csv.DictReader().</a:t>
            </a:r>
            <a:r>
              <a:rPr sz="1400" spc="-1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Convierte</a:t>
            </a:r>
            <a:r>
              <a:rPr sz="1400" spc="-2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nota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con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float().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Acumula</a:t>
            </a:r>
            <a:r>
              <a:rPr sz="1400" spc="-1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en</a:t>
            </a:r>
            <a:r>
              <a:rPr sz="1400" spc="-2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una</a:t>
            </a:r>
            <a:r>
              <a:rPr sz="1400" spc="-2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lista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2C5A3D"/>
                </a:solidFill>
                <a:latin typeface="Calibri"/>
                <a:cs typeface="Calibri"/>
              </a:rPr>
              <a:t>y</a:t>
            </a:r>
            <a:endParaRPr sz="1400">
              <a:latin typeface="Calibri"/>
              <a:cs typeface="Calibri"/>
            </a:endParaRPr>
          </a:p>
          <a:p>
            <a:pPr marL="121920">
              <a:lnSpc>
                <a:spcPts val="1675"/>
              </a:lnSpc>
            </a:pP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calcula</a:t>
            </a:r>
            <a:r>
              <a:rPr sz="1400" spc="-4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sum()/len().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949440" y="3048000"/>
            <a:ext cx="4730750" cy="609600"/>
            <a:chOff x="6949440" y="3048000"/>
            <a:chExt cx="4730750" cy="609600"/>
          </a:xfrm>
        </p:grpSpPr>
        <p:sp>
          <p:nvSpPr>
            <p:cNvPr id="18" name="object 18"/>
            <p:cNvSpPr/>
            <p:nvPr/>
          </p:nvSpPr>
          <p:spPr>
            <a:xfrm>
              <a:off x="6949440" y="3048000"/>
              <a:ext cx="4730750" cy="609600"/>
            </a:xfrm>
            <a:custGeom>
              <a:avLst/>
              <a:gdLst/>
              <a:ahLst/>
              <a:cxnLst/>
              <a:rect l="l" t="t" r="r" b="b"/>
              <a:pathLst>
                <a:path w="4730750" h="609600">
                  <a:moveTo>
                    <a:pt x="4730496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4730496" y="609600"/>
                  </a:lnTo>
                  <a:lnTo>
                    <a:pt x="4730496" y="0"/>
                  </a:lnTo>
                  <a:close/>
                </a:path>
              </a:pathLst>
            </a:custGeom>
            <a:solidFill>
              <a:srgbClr val="E2F1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4680" y="3174492"/>
              <a:ext cx="457962" cy="372617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949440" y="3048000"/>
            <a:ext cx="4730750" cy="609600"/>
          </a:xfrm>
          <a:prstGeom prst="rect">
            <a:avLst/>
          </a:prstGeom>
          <a:ln w="12700">
            <a:solidFill>
              <a:srgbClr val="90C9F8"/>
            </a:solidFill>
          </a:ln>
        </p:spPr>
        <p:txBody>
          <a:bodyPr vert="horz" wrap="square" lIns="0" tIns="176530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390"/>
              </a:spcBef>
            </a:pPr>
            <a:r>
              <a:rPr sz="1400" b="1" spc="-10" dirty="0">
                <a:solidFill>
                  <a:srgbClr val="0D46A0"/>
                </a:solidFill>
                <a:latin typeface="Consolas"/>
                <a:cs typeface="Consolas"/>
              </a:rPr>
              <a:t>estudiantes.csv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64236" y="3954779"/>
            <a:ext cx="11452860" cy="2723515"/>
            <a:chOff x="364236" y="3954779"/>
            <a:chExt cx="11452860" cy="2723515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236" y="3954779"/>
              <a:ext cx="11452860" cy="272338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63296" y="3998975"/>
              <a:ext cx="11314430" cy="2585085"/>
            </a:xfrm>
            <a:custGeom>
              <a:avLst/>
              <a:gdLst/>
              <a:ahLst/>
              <a:cxnLst/>
              <a:rect l="l" t="t" r="r" b="b"/>
              <a:pathLst>
                <a:path w="11314430" h="2585084">
                  <a:moveTo>
                    <a:pt x="11314176" y="0"/>
                  </a:moveTo>
                  <a:lnTo>
                    <a:pt x="0" y="0"/>
                  </a:lnTo>
                  <a:lnTo>
                    <a:pt x="0" y="2584704"/>
                  </a:lnTo>
                  <a:lnTo>
                    <a:pt x="11314176" y="2584704"/>
                  </a:lnTo>
                  <a:lnTo>
                    <a:pt x="11314176" y="0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63296" y="3998975"/>
              <a:ext cx="11314430" cy="2585085"/>
            </a:xfrm>
            <a:custGeom>
              <a:avLst/>
              <a:gdLst/>
              <a:ahLst/>
              <a:cxnLst/>
              <a:rect l="l" t="t" r="r" b="b"/>
              <a:pathLst>
                <a:path w="11314430" h="2585084">
                  <a:moveTo>
                    <a:pt x="0" y="2584704"/>
                  </a:moveTo>
                  <a:lnTo>
                    <a:pt x="11314176" y="2584704"/>
                  </a:lnTo>
                  <a:lnTo>
                    <a:pt x="11314176" y="0"/>
                  </a:lnTo>
                  <a:lnTo>
                    <a:pt x="0" y="0"/>
                  </a:lnTo>
                  <a:lnTo>
                    <a:pt x="0" y="2584704"/>
                  </a:lnTo>
                  <a:close/>
                </a:path>
              </a:pathLst>
            </a:custGeom>
            <a:ln w="12699">
              <a:solidFill>
                <a:srgbClr val="A4D5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2064" y="4120895"/>
              <a:ext cx="670560" cy="670560"/>
            </a:xfrm>
            <a:custGeom>
              <a:avLst/>
              <a:gdLst/>
              <a:ahLst/>
              <a:cxnLst/>
              <a:rect l="l" t="t" r="r" b="b"/>
              <a:pathLst>
                <a:path w="670560" h="670560">
                  <a:moveTo>
                    <a:pt x="335280" y="0"/>
                  </a:moveTo>
                  <a:lnTo>
                    <a:pt x="285735" y="3635"/>
                  </a:lnTo>
                  <a:lnTo>
                    <a:pt x="238448" y="14195"/>
                  </a:lnTo>
                  <a:lnTo>
                    <a:pt x="193936" y="31162"/>
                  </a:lnTo>
                  <a:lnTo>
                    <a:pt x="152718" y="54016"/>
                  </a:lnTo>
                  <a:lnTo>
                    <a:pt x="115313" y="82239"/>
                  </a:lnTo>
                  <a:lnTo>
                    <a:pt x="82239" y="115313"/>
                  </a:lnTo>
                  <a:lnTo>
                    <a:pt x="54016" y="152718"/>
                  </a:lnTo>
                  <a:lnTo>
                    <a:pt x="31162" y="193936"/>
                  </a:lnTo>
                  <a:lnTo>
                    <a:pt x="14195" y="238448"/>
                  </a:lnTo>
                  <a:lnTo>
                    <a:pt x="3635" y="285735"/>
                  </a:lnTo>
                  <a:lnTo>
                    <a:pt x="0" y="335279"/>
                  </a:lnTo>
                  <a:lnTo>
                    <a:pt x="3635" y="384824"/>
                  </a:lnTo>
                  <a:lnTo>
                    <a:pt x="14195" y="432111"/>
                  </a:lnTo>
                  <a:lnTo>
                    <a:pt x="31162" y="476623"/>
                  </a:lnTo>
                  <a:lnTo>
                    <a:pt x="54016" y="517841"/>
                  </a:lnTo>
                  <a:lnTo>
                    <a:pt x="82239" y="555246"/>
                  </a:lnTo>
                  <a:lnTo>
                    <a:pt x="115313" y="588320"/>
                  </a:lnTo>
                  <a:lnTo>
                    <a:pt x="152718" y="616543"/>
                  </a:lnTo>
                  <a:lnTo>
                    <a:pt x="193936" y="639397"/>
                  </a:lnTo>
                  <a:lnTo>
                    <a:pt x="238448" y="656364"/>
                  </a:lnTo>
                  <a:lnTo>
                    <a:pt x="285735" y="666924"/>
                  </a:lnTo>
                  <a:lnTo>
                    <a:pt x="335280" y="670559"/>
                  </a:lnTo>
                  <a:lnTo>
                    <a:pt x="384824" y="666924"/>
                  </a:lnTo>
                  <a:lnTo>
                    <a:pt x="432111" y="656364"/>
                  </a:lnTo>
                  <a:lnTo>
                    <a:pt x="476623" y="639397"/>
                  </a:lnTo>
                  <a:lnTo>
                    <a:pt x="517841" y="616543"/>
                  </a:lnTo>
                  <a:lnTo>
                    <a:pt x="555246" y="588320"/>
                  </a:lnTo>
                  <a:lnTo>
                    <a:pt x="588320" y="555246"/>
                  </a:lnTo>
                  <a:lnTo>
                    <a:pt x="616543" y="517841"/>
                  </a:lnTo>
                  <a:lnTo>
                    <a:pt x="639397" y="476623"/>
                  </a:lnTo>
                  <a:lnTo>
                    <a:pt x="656364" y="432111"/>
                  </a:lnTo>
                  <a:lnTo>
                    <a:pt x="666924" y="384824"/>
                  </a:lnTo>
                  <a:lnTo>
                    <a:pt x="670560" y="335279"/>
                  </a:lnTo>
                  <a:lnTo>
                    <a:pt x="666924" y="285735"/>
                  </a:lnTo>
                  <a:lnTo>
                    <a:pt x="656364" y="238448"/>
                  </a:lnTo>
                  <a:lnTo>
                    <a:pt x="639397" y="193936"/>
                  </a:lnTo>
                  <a:lnTo>
                    <a:pt x="616543" y="152718"/>
                  </a:lnTo>
                  <a:lnTo>
                    <a:pt x="588320" y="115313"/>
                  </a:lnTo>
                  <a:lnTo>
                    <a:pt x="555246" y="82239"/>
                  </a:lnTo>
                  <a:lnTo>
                    <a:pt x="517841" y="54016"/>
                  </a:lnTo>
                  <a:lnTo>
                    <a:pt x="476623" y="31162"/>
                  </a:lnTo>
                  <a:lnTo>
                    <a:pt x="432111" y="14195"/>
                  </a:lnTo>
                  <a:lnTo>
                    <a:pt x="384824" y="3635"/>
                  </a:lnTo>
                  <a:lnTo>
                    <a:pt x="335280" y="0"/>
                  </a:lnTo>
                  <a:close/>
                </a:path>
              </a:pathLst>
            </a:custGeom>
            <a:solidFill>
              <a:srgbClr val="2D7C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12064" y="4120895"/>
              <a:ext cx="670560" cy="670560"/>
            </a:xfrm>
            <a:custGeom>
              <a:avLst/>
              <a:gdLst/>
              <a:ahLst/>
              <a:cxnLst/>
              <a:rect l="l" t="t" r="r" b="b"/>
              <a:pathLst>
                <a:path w="670560" h="670560">
                  <a:moveTo>
                    <a:pt x="0" y="335279"/>
                  </a:moveTo>
                  <a:lnTo>
                    <a:pt x="3635" y="285735"/>
                  </a:lnTo>
                  <a:lnTo>
                    <a:pt x="14195" y="238448"/>
                  </a:lnTo>
                  <a:lnTo>
                    <a:pt x="31162" y="193936"/>
                  </a:lnTo>
                  <a:lnTo>
                    <a:pt x="54016" y="152718"/>
                  </a:lnTo>
                  <a:lnTo>
                    <a:pt x="82239" y="115313"/>
                  </a:lnTo>
                  <a:lnTo>
                    <a:pt x="115313" y="82239"/>
                  </a:lnTo>
                  <a:lnTo>
                    <a:pt x="152718" y="54016"/>
                  </a:lnTo>
                  <a:lnTo>
                    <a:pt x="193936" y="31162"/>
                  </a:lnTo>
                  <a:lnTo>
                    <a:pt x="238448" y="14195"/>
                  </a:lnTo>
                  <a:lnTo>
                    <a:pt x="285735" y="3635"/>
                  </a:lnTo>
                  <a:lnTo>
                    <a:pt x="335280" y="0"/>
                  </a:lnTo>
                  <a:lnTo>
                    <a:pt x="384824" y="3635"/>
                  </a:lnTo>
                  <a:lnTo>
                    <a:pt x="432111" y="14195"/>
                  </a:lnTo>
                  <a:lnTo>
                    <a:pt x="476623" y="31162"/>
                  </a:lnTo>
                  <a:lnTo>
                    <a:pt x="517841" y="54016"/>
                  </a:lnTo>
                  <a:lnTo>
                    <a:pt x="555246" y="82239"/>
                  </a:lnTo>
                  <a:lnTo>
                    <a:pt x="588320" y="115313"/>
                  </a:lnTo>
                  <a:lnTo>
                    <a:pt x="616543" y="152718"/>
                  </a:lnTo>
                  <a:lnTo>
                    <a:pt x="639397" y="193936"/>
                  </a:lnTo>
                  <a:lnTo>
                    <a:pt x="656364" y="238448"/>
                  </a:lnTo>
                  <a:lnTo>
                    <a:pt x="666924" y="285735"/>
                  </a:lnTo>
                  <a:lnTo>
                    <a:pt x="670560" y="335279"/>
                  </a:lnTo>
                  <a:lnTo>
                    <a:pt x="666924" y="384824"/>
                  </a:lnTo>
                  <a:lnTo>
                    <a:pt x="656364" y="432111"/>
                  </a:lnTo>
                  <a:lnTo>
                    <a:pt x="639397" y="476623"/>
                  </a:lnTo>
                  <a:lnTo>
                    <a:pt x="616543" y="517841"/>
                  </a:lnTo>
                  <a:lnTo>
                    <a:pt x="588320" y="555246"/>
                  </a:lnTo>
                  <a:lnTo>
                    <a:pt x="555246" y="588320"/>
                  </a:lnTo>
                  <a:lnTo>
                    <a:pt x="517841" y="616543"/>
                  </a:lnTo>
                  <a:lnTo>
                    <a:pt x="476623" y="639397"/>
                  </a:lnTo>
                  <a:lnTo>
                    <a:pt x="432111" y="656364"/>
                  </a:lnTo>
                  <a:lnTo>
                    <a:pt x="384824" y="666924"/>
                  </a:lnTo>
                  <a:lnTo>
                    <a:pt x="335280" y="670559"/>
                  </a:lnTo>
                  <a:lnTo>
                    <a:pt x="285735" y="666924"/>
                  </a:lnTo>
                  <a:lnTo>
                    <a:pt x="238448" y="656364"/>
                  </a:lnTo>
                  <a:lnTo>
                    <a:pt x="193936" y="639397"/>
                  </a:lnTo>
                  <a:lnTo>
                    <a:pt x="152718" y="616543"/>
                  </a:lnTo>
                  <a:lnTo>
                    <a:pt x="115313" y="588320"/>
                  </a:lnTo>
                  <a:lnTo>
                    <a:pt x="82239" y="555246"/>
                  </a:lnTo>
                  <a:lnTo>
                    <a:pt x="54016" y="517841"/>
                  </a:lnTo>
                  <a:lnTo>
                    <a:pt x="31162" y="476623"/>
                  </a:lnTo>
                  <a:lnTo>
                    <a:pt x="14195" y="432111"/>
                  </a:lnTo>
                  <a:lnTo>
                    <a:pt x="3635" y="384824"/>
                  </a:lnTo>
                  <a:lnTo>
                    <a:pt x="0" y="335279"/>
                  </a:lnTo>
                  <a:close/>
                </a:path>
              </a:pathLst>
            </a:custGeom>
            <a:ln w="12700">
              <a:solidFill>
                <a:srgbClr val="2D7C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69924" y="4241368"/>
            <a:ext cx="1676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41374" y="4195648"/>
            <a:ext cx="21463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D2B1E"/>
                </a:solidFill>
                <a:latin typeface="Calibri"/>
                <a:cs typeface="Calibri"/>
              </a:rPr>
              <a:t>Escribir</a:t>
            </a:r>
            <a:r>
              <a:rPr sz="2000" b="1" spc="-7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2B1E"/>
                </a:solidFill>
                <a:latin typeface="Calibri"/>
                <a:cs typeface="Calibri"/>
              </a:rPr>
              <a:t>Reporte</a:t>
            </a:r>
            <a:r>
              <a:rPr sz="2000" b="1" spc="-8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0D2B1E"/>
                </a:solidFill>
                <a:latin typeface="Calibri"/>
                <a:cs typeface="Calibri"/>
              </a:rPr>
              <a:t>CSV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0559" y="4950714"/>
            <a:ext cx="105435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A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partir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de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una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lista</a:t>
            </a:r>
            <a:r>
              <a:rPr sz="1600" spc="-6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de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diccionarios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con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claves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nombre,</a:t>
            </a:r>
            <a:r>
              <a:rPr sz="1600" spc="-1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nota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y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carrera,</a:t>
            </a:r>
            <a:r>
              <a:rPr sz="1600" spc="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genera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un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archivo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"reporte.csv"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 que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incluya</a:t>
            </a:r>
            <a:r>
              <a:rPr sz="1600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una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columna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adicional</a:t>
            </a:r>
            <a:r>
              <a:rPr sz="1600" spc="-6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estado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con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valores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"Aprobado"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o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"Reprobado"</a:t>
            </a:r>
            <a:r>
              <a:rPr sz="1600" spc="-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(umbral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11).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Agrega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una</a:t>
            </a:r>
            <a:r>
              <a:rPr sz="1600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fila</a:t>
            </a:r>
            <a:r>
              <a:rPr sz="1600" spc="-6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final</a:t>
            </a:r>
            <a:r>
              <a:rPr sz="1600" spc="-7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con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el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promedio.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" y="5847588"/>
            <a:ext cx="454913" cy="372618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670559" y="5827776"/>
            <a:ext cx="6096000" cy="609600"/>
          </a:xfrm>
          <a:prstGeom prst="rect">
            <a:avLst/>
          </a:prstGeom>
          <a:ln w="12700">
            <a:solidFill>
              <a:srgbClr val="A4D5A7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121920" marR="617220" indent="278765">
              <a:lnSpc>
                <a:spcPts val="1670"/>
              </a:lnSpc>
              <a:spcBef>
                <a:spcPts val="620"/>
              </a:spcBef>
            </a:pPr>
            <a:r>
              <a:rPr sz="1400" b="1" dirty="0">
                <a:solidFill>
                  <a:srgbClr val="2D7C31"/>
                </a:solidFill>
                <a:latin typeface="Calibri"/>
                <a:cs typeface="Calibri"/>
              </a:rPr>
              <a:t>Pista:</a:t>
            </a:r>
            <a:r>
              <a:rPr sz="1400" b="1" spc="-25" dirty="0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Usa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C5A3D"/>
                </a:solidFill>
                <a:latin typeface="Calibri"/>
                <a:cs typeface="Calibri"/>
              </a:rPr>
              <a:t>csv.DictWriter </a:t>
            </a:r>
            <a:r>
              <a:rPr sz="1400" spc="-25" dirty="0">
                <a:solidFill>
                  <a:srgbClr val="2C5A3D"/>
                </a:solidFill>
                <a:latin typeface="Calibri"/>
                <a:cs typeface="Calibri"/>
              </a:rPr>
              <a:t>con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fieldnames=["nombre","nota","carrera","estado"].</a:t>
            </a:r>
            <a:r>
              <a:rPr sz="1400" spc="6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writeheader()</a:t>
            </a:r>
            <a:r>
              <a:rPr sz="1400" spc="7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primero.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949440" y="5827776"/>
            <a:ext cx="4730750" cy="609600"/>
            <a:chOff x="6949440" y="5827776"/>
            <a:chExt cx="4730750" cy="609600"/>
          </a:xfrm>
        </p:grpSpPr>
        <p:sp>
          <p:nvSpPr>
            <p:cNvPr id="33" name="object 33"/>
            <p:cNvSpPr/>
            <p:nvPr/>
          </p:nvSpPr>
          <p:spPr>
            <a:xfrm>
              <a:off x="6949440" y="5827776"/>
              <a:ext cx="4730750" cy="609600"/>
            </a:xfrm>
            <a:custGeom>
              <a:avLst/>
              <a:gdLst/>
              <a:ahLst/>
              <a:cxnLst/>
              <a:rect l="l" t="t" r="r" b="b"/>
              <a:pathLst>
                <a:path w="4730750" h="609600">
                  <a:moveTo>
                    <a:pt x="4730496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4730496" y="609600"/>
                  </a:lnTo>
                  <a:lnTo>
                    <a:pt x="4730496" y="0"/>
                  </a:lnTo>
                  <a:close/>
                </a:path>
              </a:pathLst>
            </a:custGeom>
            <a:solidFill>
              <a:srgbClr val="E2F1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4680" y="5954268"/>
              <a:ext cx="457962" cy="372617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6949440" y="5827776"/>
            <a:ext cx="4730750" cy="609600"/>
          </a:xfrm>
          <a:prstGeom prst="rect">
            <a:avLst/>
          </a:prstGeom>
          <a:ln w="12700">
            <a:solidFill>
              <a:srgbClr val="90C9F8"/>
            </a:solidFill>
          </a:ln>
        </p:spPr>
        <p:txBody>
          <a:bodyPr vert="horz" wrap="square" lIns="0" tIns="17716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395"/>
              </a:spcBef>
            </a:pPr>
            <a:r>
              <a:rPr sz="1400" b="1" dirty="0">
                <a:solidFill>
                  <a:srgbClr val="0D46A0"/>
                </a:solidFill>
                <a:latin typeface="Consolas"/>
                <a:cs typeface="Consolas"/>
              </a:rPr>
              <a:t>reporte.csv</a:t>
            </a:r>
            <a:r>
              <a:rPr sz="1400" b="1" spc="-20" dirty="0">
                <a:solidFill>
                  <a:srgbClr val="0D46A0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0D46A0"/>
                </a:solidFill>
                <a:latin typeface="Consolas"/>
                <a:cs typeface="Consolas"/>
              </a:rPr>
              <a:t>(a</a:t>
            </a:r>
            <a:r>
              <a:rPr sz="1400" b="1" spc="-55" dirty="0">
                <a:solidFill>
                  <a:srgbClr val="0D46A0"/>
                </a:solidFill>
                <a:latin typeface="Consolas"/>
                <a:cs typeface="Consolas"/>
              </a:rPr>
              <a:t> </a:t>
            </a:r>
            <a:r>
              <a:rPr sz="1400" b="1" spc="-10" dirty="0">
                <a:solidFill>
                  <a:srgbClr val="0D46A0"/>
                </a:solidFill>
                <a:latin typeface="Consolas"/>
                <a:cs typeface="Consolas"/>
              </a:rPr>
              <a:t>generar)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232" y="172021"/>
            <a:ext cx="1835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pc="-10" dirty="0"/>
              <a:t>EJERCICIO 1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127285C-46C7-E84F-F981-278708DC0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719478"/>
            <a:ext cx="10125456" cy="57575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631C327-2CC5-5550-0AFE-D3DDBE733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457200"/>
            <a:ext cx="67818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482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232" y="172021"/>
            <a:ext cx="1835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pc="-10" dirty="0"/>
              <a:t>EJERCICIO 2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1192527-7295-F4D1-516B-79379E2DC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762000"/>
            <a:ext cx="100584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493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6CA4C3B-05E8-5474-2968-CF325A1A3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81000"/>
            <a:ext cx="7884441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74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911BB3C-8533-99C1-DD5D-544E4C70A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457200"/>
            <a:ext cx="8077200" cy="65731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77DE22D-7103-6199-7FD2-78B3FC24D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1600200"/>
            <a:ext cx="6248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907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12204700" cy="6864350"/>
            <a:chOff x="-6350" y="-6350"/>
            <a:chExt cx="12204700" cy="686435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1097280"/>
            </a:xfrm>
            <a:custGeom>
              <a:avLst/>
              <a:gdLst/>
              <a:ahLst/>
              <a:cxnLst/>
              <a:rect l="l" t="t" r="r" b="b"/>
              <a:pathLst>
                <a:path w="12192000" h="1097280">
                  <a:moveTo>
                    <a:pt x="12192000" y="0"/>
                  </a:moveTo>
                  <a:lnTo>
                    <a:pt x="0" y="0"/>
                  </a:lnTo>
                  <a:lnTo>
                    <a:pt x="0" y="1097279"/>
                  </a:lnTo>
                  <a:lnTo>
                    <a:pt x="12192000" y="109727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2D7C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1097280"/>
            </a:xfrm>
            <a:custGeom>
              <a:avLst/>
              <a:gdLst/>
              <a:ahLst/>
              <a:cxnLst/>
              <a:rect l="l" t="t" r="r" b="b"/>
              <a:pathLst>
                <a:path w="12192000" h="1097280">
                  <a:moveTo>
                    <a:pt x="0" y="1097279"/>
                  </a:moveTo>
                  <a:lnTo>
                    <a:pt x="12192000" y="109727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097279"/>
                  </a:lnTo>
                  <a:close/>
                </a:path>
              </a:pathLst>
            </a:custGeom>
            <a:ln w="12700">
              <a:solidFill>
                <a:srgbClr val="2D7C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916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Ejercicios</a:t>
            </a:r>
            <a:r>
              <a:rPr sz="305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Básicos</a:t>
            </a:r>
            <a:r>
              <a:rPr sz="3050" b="1" spc="6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3050" b="1" spc="6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N°</a:t>
            </a:r>
            <a:r>
              <a:rPr sz="30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30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30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N°</a:t>
            </a:r>
            <a:r>
              <a:rPr sz="30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30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64236" y="1175003"/>
            <a:ext cx="11452860" cy="2723515"/>
            <a:chOff x="364236" y="1175003"/>
            <a:chExt cx="11452860" cy="272351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236" y="1175003"/>
              <a:ext cx="11452860" cy="27233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63296" y="1219199"/>
              <a:ext cx="11314430" cy="2585085"/>
            </a:xfrm>
            <a:custGeom>
              <a:avLst/>
              <a:gdLst/>
              <a:ahLst/>
              <a:cxnLst/>
              <a:rect l="l" t="t" r="r" b="b"/>
              <a:pathLst>
                <a:path w="11314430" h="2585085">
                  <a:moveTo>
                    <a:pt x="11314176" y="0"/>
                  </a:moveTo>
                  <a:lnTo>
                    <a:pt x="0" y="0"/>
                  </a:lnTo>
                  <a:lnTo>
                    <a:pt x="0" y="2584704"/>
                  </a:lnTo>
                  <a:lnTo>
                    <a:pt x="11314176" y="2584704"/>
                  </a:lnTo>
                  <a:lnTo>
                    <a:pt x="11314176" y="0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3296" y="1219199"/>
              <a:ext cx="11314430" cy="2585085"/>
            </a:xfrm>
            <a:custGeom>
              <a:avLst/>
              <a:gdLst/>
              <a:ahLst/>
              <a:cxnLst/>
              <a:rect l="l" t="t" r="r" b="b"/>
              <a:pathLst>
                <a:path w="11314430" h="2585085">
                  <a:moveTo>
                    <a:pt x="0" y="2584704"/>
                  </a:moveTo>
                  <a:lnTo>
                    <a:pt x="11314176" y="2584704"/>
                  </a:lnTo>
                  <a:lnTo>
                    <a:pt x="11314176" y="0"/>
                  </a:lnTo>
                  <a:lnTo>
                    <a:pt x="0" y="0"/>
                  </a:lnTo>
                  <a:lnTo>
                    <a:pt x="0" y="2584704"/>
                  </a:lnTo>
                  <a:close/>
                </a:path>
              </a:pathLst>
            </a:custGeom>
            <a:ln w="12699">
              <a:solidFill>
                <a:srgbClr val="A4D5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2064" y="1341119"/>
              <a:ext cx="670560" cy="670560"/>
            </a:xfrm>
            <a:custGeom>
              <a:avLst/>
              <a:gdLst/>
              <a:ahLst/>
              <a:cxnLst/>
              <a:rect l="l" t="t" r="r" b="b"/>
              <a:pathLst>
                <a:path w="670560" h="670560">
                  <a:moveTo>
                    <a:pt x="335280" y="0"/>
                  </a:moveTo>
                  <a:lnTo>
                    <a:pt x="285735" y="3635"/>
                  </a:lnTo>
                  <a:lnTo>
                    <a:pt x="238448" y="14195"/>
                  </a:lnTo>
                  <a:lnTo>
                    <a:pt x="193936" y="31162"/>
                  </a:lnTo>
                  <a:lnTo>
                    <a:pt x="152718" y="54016"/>
                  </a:lnTo>
                  <a:lnTo>
                    <a:pt x="115313" y="82239"/>
                  </a:lnTo>
                  <a:lnTo>
                    <a:pt x="82239" y="115313"/>
                  </a:lnTo>
                  <a:lnTo>
                    <a:pt x="54016" y="152718"/>
                  </a:lnTo>
                  <a:lnTo>
                    <a:pt x="31162" y="193936"/>
                  </a:lnTo>
                  <a:lnTo>
                    <a:pt x="14195" y="238448"/>
                  </a:lnTo>
                  <a:lnTo>
                    <a:pt x="3635" y="285735"/>
                  </a:lnTo>
                  <a:lnTo>
                    <a:pt x="0" y="335279"/>
                  </a:lnTo>
                  <a:lnTo>
                    <a:pt x="3635" y="384824"/>
                  </a:lnTo>
                  <a:lnTo>
                    <a:pt x="14195" y="432111"/>
                  </a:lnTo>
                  <a:lnTo>
                    <a:pt x="31162" y="476623"/>
                  </a:lnTo>
                  <a:lnTo>
                    <a:pt x="54016" y="517841"/>
                  </a:lnTo>
                  <a:lnTo>
                    <a:pt x="82239" y="555246"/>
                  </a:lnTo>
                  <a:lnTo>
                    <a:pt x="115313" y="588320"/>
                  </a:lnTo>
                  <a:lnTo>
                    <a:pt x="152718" y="616543"/>
                  </a:lnTo>
                  <a:lnTo>
                    <a:pt x="193936" y="639397"/>
                  </a:lnTo>
                  <a:lnTo>
                    <a:pt x="238448" y="656364"/>
                  </a:lnTo>
                  <a:lnTo>
                    <a:pt x="285735" y="666924"/>
                  </a:lnTo>
                  <a:lnTo>
                    <a:pt x="335280" y="670559"/>
                  </a:lnTo>
                  <a:lnTo>
                    <a:pt x="384824" y="666924"/>
                  </a:lnTo>
                  <a:lnTo>
                    <a:pt x="432111" y="656364"/>
                  </a:lnTo>
                  <a:lnTo>
                    <a:pt x="476623" y="639397"/>
                  </a:lnTo>
                  <a:lnTo>
                    <a:pt x="517841" y="616543"/>
                  </a:lnTo>
                  <a:lnTo>
                    <a:pt x="555246" y="588320"/>
                  </a:lnTo>
                  <a:lnTo>
                    <a:pt x="588320" y="555246"/>
                  </a:lnTo>
                  <a:lnTo>
                    <a:pt x="616543" y="517841"/>
                  </a:lnTo>
                  <a:lnTo>
                    <a:pt x="639397" y="476623"/>
                  </a:lnTo>
                  <a:lnTo>
                    <a:pt x="656364" y="432111"/>
                  </a:lnTo>
                  <a:lnTo>
                    <a:pt x="666924" y="384824"/>
                  </a:lnTo>
                  <a:lnTo>
                    <a:pt x="670560" y="335279"/>
                  </a:lnTo>
                  <a:lnTo>
                    <a:pt x="666924" y="285735"/>
                  </a:lnTo>
                  <a:lnTo>
                    <a:pt x="656364" y="238448"/>
                  </a:lnTo>
                  <a:lnTo>
                    <a:pt x="639397" y="193936"/>
                  </a:lnTo>
                  <a:lnTo>
                    <a:pt x="616543" y="152718"/>
                  </a:lnTo>
                  <a:lnTo>
                    <a:pt x="588320" y="115313"/>
                  </a:lnTo>
                  <a:lnTo>
                    <a:pt x="555246" y="82239"/>
                  </a:lnTo>
                  <a:lnTo>
                    <a:pt x="517841" y="54016"/>
                  </a:lnTo>
                  <a:lnTo>
                    <a:pt x="476623" y="31162"/>
                  </a:lnTo>
                  <a:lnTo>
                    <a:pt x="432111" y="14195"/>
                  </a:lnTo>
                  <a:lnTo>
                    <a:pt x="384824" y="3635"/>
                  </a:lnTo>
                  <a:lnTo>
                    <a:pt x="335280" y="0"/>
                  </a:lnTo>
                  <a:close/>
                </a:path>
              </a:pathLst>
            </a:custGeom>
            <a:solidFill>
              <a:srgbClr val="2D7C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2064" y="1341119"/>
              <a:ext cx="670560" cy="670560"/>
            </a:xfrm>
            <a:custGeom>
              <a:avLst/>
              <a:gdLst/>
              <a:ahLst/>
              <a:cxnLst/>
              <a:rect l="l" t="t" r="r" b="b"/>
              <a:pathLst>
                <a:path w="670560" h="670560">
                  <a:moveTo>
                    <a:pt x="0" y="335279"/>
                  </a:moveTo>
                  <a:lnTo>
                    <a:pt x="3635" y="285735"/>
                  </a:lnTo>
                  <a:lnTo>
                    <a:pt x="14195" y="238448"/>
                  </a:lnTo>
                  <a:lnTo>
                    <a:pt x="31162" y="193936"/>
                  </a:lnTo>
                  <a:lnTo>
                    <a:pt x="54016" y="152718"/>
                  </a:lnTo>
                  <a:lnTo>
                    <a:pt x="82239" y="115313"/>
                  </a:lnTo>
                  <a:lnTo>
                    <a:pt x="115313" y="82239"/>
                  </a:lnTo>
                  <a:lnTo>
                    <a:pt x="152718" y="54016"/>
                  </a:lnTo>
                  <a:lnTo>
                    <a:pt x="193936" y="31162"/>
                  </a:lnTo>
                  <a:lnTo>
                    <a:pt x="238448" y="14195"/>
                  </a:lnTo>
                  <a:lnTo>
                    <a:pt x="285735" y="3635"/>
                  </a:lnTo>
                  <a:lnTo>
                    <a:pt x="335280" y="0"/>
                  </a:lnTo>
                  <a:lnTo>
                    <a:pt x="384824" y="3635"/>
                  </a:lnTo>
                  <a:lnTo>
                    <a:pt x="432111" y="14195"/>
                  </a:lnTo>
                  <a:lnTo>
                    <a:pt x="476623" y="31162"/>
                  </a:lnTo>
                  <a:lnTo>
                    <a:pt x="517841" y="54016"/>
                  </a:lnTo>
                  <a:lnTo>
                    <a:pt x="555246" y="82239"/>
                  </a:lnTo>
                  <a:lnTo>
                    <a:pt x="588320" y="115313"/>
                  </a:lnTo>
                  <a:lnTo>
                    <a:pt x="616543" y="152718"/>
                  </a:lnTo>
                  <a:lnTo>
                    <a:pt x="639397" y="193936"/>
                  </a:lnTo>
                  <a:lnTo>
                    <a:pt x="656364" y="238448"/>
                  </a:lnTo>
                  <a:lnTo>
                    <a:pt x="666924" y="285735"/>
                  </a:lnTo>
                  <a:lnTo>
                    <a:pt x="670560" y="335279"/>
                  </a:lnTo>
                  <a:lnTo>
                    <a:pt x="666924" y="384824"/>
                  </a:lnTo>
                  <a:lnTo>
                    <a:pt x="656364" y="432111"/>
                  </a:lnTo>
                  <a:lnTo>
                    <a:pt x="639397" y="476623"/>
                  </a:lnTo>
                  <a:lnTo>
                    <a:pt x="616543" y="517841"/>
                  </a:lnTo>
                  <a:lnTo>
                    <a:pt x="588320" y="555246"/>
                  </a:lnTo>
                  <a:lnTo>
                    <a:pt x="555246" y="588320"/>
                  </a:lnTo>
                  <a:lnTo>
                    <a:pt x="517841" y="616543"/>
                  </a:lnTo>
                  <a:lnTo>
                    <a:pt x="476623" y="639397"/>
                  </a:lnTo>
                  <a:lnTo>
                    <a:pt x="432111" y="656364"/>
                  </a:lnTo>
                  <a:lnTo>
                    <a:pt x="384824" y="666924"/>
                  </a:lnTo>
                  <a:lnTo>
                    <a:pt x="335280" y="670559"/>
                  </a:lnTo>
                  <a:lnTo>
                    <a:pt x="285735" y="666924"/>
                  </a:lnTo>
                  <a:lnTo>
                    <a:pt x="238448" y="656364"/>
                  </a:lnTo>
                  <a:lnTo>
                    <a:pt x="193936" y="639397"/>
                  </a:lnTo>
                  <a:lnTo>
                    <a:pt x="152718" y="616543"/>
                  </a:lnTo>
                  <a:lnTo>
                    <a:pt x="115313" y="588320"/>
                  </a:lnTo>
                  <a:lnTo>
                    <a:pt x="82239" y="555246"/>
                  </a:lnTo>
                  <a:lnTo>
                    <a:pt x="54016" y="517841"/>
                  </a:lnTo>
                  <a:lnTo>
                    <a:pt x="31162" y="476623"/>
                  </a:lnTo>
                  <a:lnTo>
                    <a:pt x="14195" y="432111"/>
                  </a:lnTo>
                  <a:lnTo>
                    <a:pt x="3635" y="384824"/>
                  </a:lnTo>
                  <a:lnTo>
                    <a:pt x="0" y="335279"/>
                  </a:lnTo>
                  <a:close/>
                </a:path>
              </a:pathLst>
            </a:custGeom>
            <a:ln w="12700">
              <a:solidFill>
                <a:srgbClr val="2D7C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69924" y="1460957"/>
            <a:ext cx="1676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41374" y="1415541"/>
            <a:ext cx="23933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D2B1E"/>
                </a:solidFill>
                <a:latin typeface="Calibri"/>
                <a:cs typeface="Calibri"/>
              </a:rPr>
              <a:t>Guardar</a:t>
            </a:r>
            <a:r>
              <a:rPr sz="2000" b="1" spc="-6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2B1E"/>
                </a:solidFill>
                <a:latin typeface="Calibri"/>
                <a:cs typeface="Calibri"/>
              </a:rPr>
              <a:t>y</a:t>
            </a:r>
            <a:r>
              <a:rPr sz="2000" b="1" spc="-5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2B1E"/>
                </a:solidFill>
                <a:latin typeface="Calibri"/>
                <a:cs typeface="Calibri"/>
              </a:rPr>
              <a:t>Cargar</a:t>
            </a:r>
            <a:r>
              <a:rPr sz="2000" b="1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0D2B1E"/>
                </a:solidFill>
                <a:latin typeface="Calibri"/>
                <a:cs typeface="Calibri"/>
              </a:rPr>
              <a:t>JSON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0559" y="2170302"/>
            <a:ext cx="101422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Crea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un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diccionario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que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represente</a:t>
            </a:r>
            <a:r>
              <a:rPr sz="1600" spc="-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un</a:t>
            </a:r>
            <a:r>
              <a:rPr sz="1600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catálogo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de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productos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con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al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menos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3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ítems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(id,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nombre,</a:t>
            </a:r>
            <a:r>
              <a:rPr sz="1600" spc="-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precio,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stock).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Guárdalo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en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"catalogo.json"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con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formato</a:t>
            </a:r>
            <a:r>
              <a:rPr sz="1600" spc="-1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legible</a:t>
            </a:r>
            <a:r>
              <a:rPr sz="1600" spc="-6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(indent=2).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Vuelve</a:t>
            </a:r>
            <a:r>
              <a:rPr sz="1600" spc="-1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a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cargarlo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y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muestra</a:t>
            </a:r>
            <a:r>
              <a:rPr sz="1600" spc="-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solo</a:t>
            </a:r>
            <a:r>
              <a:rPr sz="1600" spc="-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los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productos</a:t>
            </a:r>
            <a:r>
              <a:rPr sz="1600" spc="-1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con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stock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&lt;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20.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" y="3067811"/>
            <a:ext cx="454913" cy="37261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70559" y="3048000"/>
            <a:ext cx="6096000" cy="609600"/>
          </a:xfrm>
          <a:prstGeom prst="rect">
            <a:avLst/>
          </a:prstGeom>
          <a:ln w="12700">
            <a:solidFill>
              <a:srgbClr val="A4D5A7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400685">
              <a:lnSpc>
                <a:spcPts val="1675"/>
              </a:lnSpc>
              <a:spcBef>
                <a:spcPts val="545"/>
              </a:spcBef>
            </a:pPr>
            <a:r>
              <a:rPr sz="1400" b="1" dirty="0">
                <a:solidFill>
                  <a:srgbClr val="2D7C31"/>
                </a:solidFill>
                <a:latin typeface="Calibri"/>
                <a:cs typeface="Calibri"/>
              </a:rPr>
              <a:t>Pista:</a:t>
            </a:r>
            <a:r>
              <a:rPr sz="1400" b="1" spc="-35" dirty="0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json.dump(datos,</a:t>
            </a:r>
            <a:r>
              <a:rPr sz="1400" spc="-2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f,</a:t>
            </a:r>
            <a:r>
              <a:rPr sz="1400" spc="-4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indent=2,</a:t>
            </a:r>
            <a:r>
              <a:rPr sz="1400" spc="1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ensure_ascii=False).</a:t>
            </a:r>
            <a:r>
              <a:rPr sz="1400" spc="-2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Usa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os.path.exists()</a:t>
            </a:r>
            <a:endParaRPr sz="1400">
              <a:latin typeface="Calibri"/>
              <a:cs typeface="Calibri"/>
            </a:endParaRPr>
          </a:p>
          <a:p>
            <a:pPr marL="121920">
              <a:lnSpc>
                <a:spcPts val="1675"/>
              </a:lnSpc>
            </a:pP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antes</a:t>
            </a:r>
            <a:r>
              <a:rPr sz="1400" spc="-4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de</a:t>
            </a:r>
            <a:r>
              <a:rPr sz="1400" spc="-4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cargar.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949440" y="3048000"/>
            <a:ext cx="4730750" cy="609600"/>
            <a:chOff x="6949440" y="3048000"/>
            <a:chExt cx="4730750" cy="609600"/>
          </a:xfrm>
        </p:grpSpPr>
        <p:sp>
          <p:nvSpPr>
            <p:cNvPr id="18" name="object 18"/>
            <p:cNvSpPr/>
            <p:nvPr/>
          </p:nvSpPr>
          <p:spPr>
            <a:xfrm>
              <a:off x="6949440" y="3048000"/>
              <a:ext cx="4730750" cy="609600"/>
            </a:xfrm>
            <a:custGeom>
              <a:avLst/>
              <a:gdLst/>
              <a:ahLst/>
              <a:cxnLst/>
              <a:rect l="l" t="t" r="r" b="b"/>
              <a:pathLst>
                <a:path w="4730750" h="609600">
                  <a:moveTo>
                    <a:pt x="4730496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4730496" y="609600"/>
                  </a:lnTo>
                  <a:lnTo>
                    <a:pt x="4730496" y="0"/>
                  </a:lnTo>
                  <a:close/>
                </a:path>
              </a:pathLst>
            </a:custGeom>
            <a:solidFill>
              <a:srgbClr val="E2F1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4680" y="3174492"/>
              <a:ext cx="457962" cy="372617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949440" y="3048000"/>
            <a:ext cx="4730750" cy="609600"/>
          </a:xfrm>
          <a:prstGeom prst="rect">
            <a:avLst/>
          </a:prstGeom>
          <a:ln w="12700">
            <a:solidFill>
              <a:srgbClr val="90C9F8"/>
            </a:solidFill>
          </a:ln>
        </p:spPr>
        <p:txBody>
          <a:bodyPr vert="horz" wrap="square" lIns="0" tIns="176530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390"/>
              </a:spcBef>
            </a:pPr>
            <a:r>
              <a:rPr sz="1400" b="1" dirty="0">
                <a:solidFill>
                  <a:srgbClr val="0D46A0"/>
                </a:solidFill>
                <a:latin typeface="Consolas"/>
                <a:cs typeface="Consolas"/>
              </a:rPr>
              <a:t>catalogo.json</a:t>
            </a:r>
            <a:r>
              <a:rPr sz="1400" b="1" spc="-20" dirty="0">
                <a:solidFill>
                  <a:srgbClr val="0D46A0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0D46A0"/>
                </a:solidFill>
                <a:latin typeface="Consolas"/>
                <a:cs typeface="Consolas"/>
              </a:rPr>
              <a:t>(a</a:t>
            </a:r>
            <a:r>
              <a:rPr sz="1400" b="1" spc="-70" dirty="0">
                <a:solidFill>
                  <a:srgbClr val="0D46A0"/>
                </a:solidFill>
                <a:latin typeface="Consolas"/>
                <a:cs typeface="Consolas"/>
              </a:rPr>
              <a:t> </a:t>
            </a:r>
            <a:r>
              <a:rPr sz="1400" b="1" spc="-10" dirty="0">
                <a:solidFill>
                  <a:srgbClr val="0D46A0"/>
                </a:solidFill>
                <a:latin typeface="Consolas"/>
                <a:cs typeface="Consolas"/>
              </a:rPr>
              <a:t>generar)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64236" y="3954779"/>
            <a:ext cx="11452860" cy="2723515"/>
            <a:chOff x="364236" y="3954779"/>
            <a:chExt cx="11452860" cy="2723515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236" y="3954779"/>
              <a:ext cx="11452860" cy="272338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63296" y="3998975"/>
              <a:ext cx="11314430" cy="2585085"/>
            </a:xfrm>
            <a:custGeom>
              <a:avLst/>
              <a:gdLst/>
              <a:ahLst/>
              <a:cxnLst/>
              <a:rect l="l" t="t" r="r" b="b"/>
              <a:pathLst>
                <a:path w="11314430" h="2585084">
                  <a:moveTo>
                    <a:pt x="11314176" y="0"/>
                  </a:moveTo>
                  <a:lnTo>
                    <a:pt x="0" y="0"/>
                  </a:lnTo>
                  <a:lnTo>
                    <a:pt x="0" y="2584704"/>
                  </a:lnTo>
                  <a:lnTo>
                    <a:pt x="11314176" y="2584704"/>
                  </a:lnTo>
                  <a:lnTo>
                    <a:pt x="11314176" y="0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63296" y="3998975"/>
              <a:ext cx="11314430" cy="2585085"/>
            </a:xfrm>
            <a:custGeom>
              <a:avLst/>
              <a:gdLst/>
              <a:ahLst/>
              <a:cxnLst/>
              <a:rect l="l" t="t" r="r" b="b"/>
              <a:pathLst>
                <a:path w="11314430" h="2585084">
                  <a:moveTo>
                    <a:pt x="0" y="2584704"/>
                  </a:moveTo>
                  <a:lnTo>
                    <a:pt x="11314176" y="2584704"/>
                  </a:lnTo>
                  <a:lnTo>
                    <a:pt x="11314176" y="0"/>
                  </a:lnTo>
                  <a:lnTo>
                    <a:pt x="0" y="0"/>
                  </a:lnTo>
                  <a:lnTo>
                    <a:pt x="0" y="2584704"/>
                  </a:lnTo>
                  <a:close/>
                </a:path>
              </a:pathLst>
            </a:custGeom>
            <a:ln w="12699">
              <a:solidFill>
                <a:srgbClr val="A4D5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2064" y="4120895"/>
              <a:ext cx="670560" cy="670560"/>
            </a:xfrm>
            <a:custGeom>
              <a:avLst/>
              <a:gdLst/>
              <a:ahLst/>
              <a:cxnLst/>
              <a:rect l="l" t="t" r="r" b="b"/>
              <a:pathLst>
                <a:path w="670560" h="670560">
                  <a:moveTo>
                    <a:pt x="335280" y="0"/>
                  </a:moveTo>
                  <a:lnTo>
                    <a:pt x="285735" y="3635"/>
                  </a:lnTo>
                  <a:lnTo>
                    <a:pt x="238448" y="14195"/>
                  </a:lnTo>
                  <a:lnTo>
                    <a:pt x="193936" y="31162"/>
                  </a:lnTo>
                  <a:lnTo>
                    <a:pt x="152718" y="54016"/>
                  </a:lnTo>
                  <a:lnTo>
                    <a:pt x="115313" y="82239"/>
                  </a:lnTo>
                  <a:lnTo>
                    <a:pt x="82239" y="115313"/>
                  </a:lnTo>
                  <a:lnTo>
                    <a:pt x="54016" y="152718"/>
                  </a:lnTo>
                  <a:lnTo>
                    <a:pt x="31162" y="193936"/>
                  </a:lnTo>
                  <a:lnTo>
                    <a:pt x="14195" y="238448"/>
                  </a:lnTo>
                  <a:lnTo>
                    <a:pt x="3635" y="285735"/>
                  </a:lnTo>
                  <a:lnTo>
                    <a:pt x="0" y="335279"/>
                  </a:lnTo>
                  <a:lnTo>
                    <a:pt x="3635" y="384824"/>
                  </a:lnTo>
                  <a:lnTo>
                    <a:pt x="14195" y="432111"/>
                  </a:lnTo>
                  <a:lnTo>
                    <a:pt x="31162" y="476623"/>
                  </a:lnTo>
                  <a:lnTo>
                    <a:pt x="54016" y="517841"/>
                  </a:lnTo>
                  <a:lnTo>
                    <a:pt x="82239" y="555246"/>
                  </a:lnTo>
                  <a:lnTo>
                    <a:pt x="115313" y="588320"/>
                  </a:lnTo>
                  <a:lnTo>
                    <a:pt x="152718" y="616543"/>
                  </a:lnTo>
                  <a:lnTo>
                    <a:pt x="193936" y="639397"/>
                  </a:lnTo>
                  <a:lnTo>
                    <a:pt x="238448" y="656364"/>
                  </a:lnTo>
                  <a:lnTo>
                    <a:pt x="285735" y="666924"/>
                  </a:lnTo>
                  <a:lnTo>
                    <a:pt x="335280" y="670559"/>
                  </a:lnTo>
                  <a:lnTo>
                    <a:pt x="384824" y="666924"/>
                  </a:lnTo>
                  <a:lnTo>
                    <a:pt x="432111" y="656364"/>
                  </a:lnTo>
                  <a:lnTo>
                    <a:pt x="476623" y="639397"/>
                  </a:lnTo>
                  <a:lnTo>
                    <a:pt x="517841" y="616543"/>
                  </a:lnTo>
                  <a:lnTo>
                    <a:pt x="555246" y="588320"/>
                  </a:lnTo>
                  <a:lnTo>
                    <a:pt x="588320" y="555246"/>
                  </a:lnTo>
                  <a:lnTo>
                    <a:pt x="616543" y="517841"/>
                  </a:lnTo>
                  <a:lnTo>
                    <a:pt x="639397" y="476623"/>
                  </a:lnTo>
                  <a:lnTo>
                    <a:pt x="656364" y="432111"/>
                  </a:lnTo>
                  <a:lnTo>
                    <a:pt x="666924" y="384824"/>
                  </a:lnTo>
                  <a:lnTo>
                    <a:pt x="670560" y="335279"/>
                  </a:lnTo>
                  <a:lnTo>
                    <a:pt x="666924" y="285735"/>
                  </a:lnTo>
                  <a:lnTo>
                    <a:pt x="656364" y="238448"/>
                  </a:lnTo>
                  <a:lnTo>
                    <a:pt x="639397" y="193936"/>
                  </a:lnTo>
                  <a:lnTo>
                    <a:pt x="616543" y="152718"/>
                  </a:lnTo>
                  <a:lnTo>
                    <a:pt x="588320" y="115313"/>
                  </a:lnTo>
                  <a:lnTo>
                    <a:pt x="555246" y="82239"/>
                  </a:lnTo>
                  <a:lnTo>
                    <a:pt x="517841" y="54016"/>
                  </a:lnTo>
                  <a:lnTo>
                    <a:pt x="476623" y="31162"/>
                  </a:lnTo>
                  <a:lnTo>
                    <a:pt x="432111" y="14195"/>
                  </a:lnTo>
                  <a:lnTo>
                    <a:pt x="384824" y="3635"/>
                  </a:lnTo>
                  <a:lnTo>
                    <a:pt x="335280" y="0"/>
                  </a:lnTo>
                  <a:close/>
                </a:path>
              </a:pathLst>
            </a:custGeom>
            <a:solidFill>
              <a:srgbClr val="2D7C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12064" y="4120895"/>
              <a:ext cx="670560" cy="670560"/>
            </a:xfrm>
            <a:custGeom>
              <a:avLst/>
              <a:gdLst/>
              <a:ahLst/>
              <a:cxnLst/>
              <a:rect l="l" t="t" r="r" b="b"/>
              <a:pathLst>
                <a:path w="670560" h="670560">
                  <a:moveTo>
                    <a:pt x="0" y="335279"/>
                  </a:moveTo>
                  <a:lnTo>
                    <a:pt x="3635" y="285735"/>
                  </a:lnTo>
                  <a:lnTo>
                    <a:pt x="14195" y="238448"/>
                  </a:lnTo>
                  <a:lnTo>
                    <a:pt x="31162" y="193936"/>
                  </a:lnTo>
                  <a:lnTo>
                    <a:pt x="54016" y="152718"/>
                  </a:lnTo>
                  <a:lnTo>
                    <a:pt x="82239" y="115313"/>
                  </a:lnTo>
                  <a:lnTo>
                    <a:pt x="115313" y="82239"/>
                  </a:lnTo>
                  <a:lnTo>
                    <a:pt x="152718" y="54016"/>
                  </a:lnTo>
                  <a:lnTo>
                    <a:pt x="193936" y="31162"/>
                  </a:lnTo>
                  <a:lnTo>
                    <a:pt x="238448" y="14195"/>
                  </a:lnTo>
                  <a:lnTo>
                    <a:pt x="285735" y="3635"/>
                  </a:lnTo>
                  <a:lnTo>
                    <a:pt x="335280" y="0"/>
                  </a:lnTo>
                  <a:lnTo>
                    <a:pt x="384824" y="3635"/>
                  </a:lnTo>
                  <a:lnTo>
                    <a:pt x="432111" y="14195"/>
                  </a:lnTo>
                  <a:lnTo>
                    <a:pt x="476623" y="31162"/>
                  </a:lnTo>
                  <a:lnTo>
                    <a:pt x="517841" y="54016"/>
                  </a:lnTo>
                  <a:lnTo>
                    <a:pt x="555246" y="82239"/>
                  </a:lnTo>
                  <a:lnTo>
                    <a:pt x="588320" y="115313"/>
                  </a:lnTo>
                  <a:lnTo>
                    <a:pt x="616543" y="152718"/>
                  </a:lnTo>
                  <a:lnTo>
                    <a:pt x="639397" y="193936"/>
                  </a:lnTo>
                  <a:lnTo>
                    <a:pt x="656364" y="238448"/>
                  </a:lnTo>
                  <a:lnTo>
                    <a:pt x="666924" y="285735"/>
                  </a:lnTo>
                  <a:lnTo>
                    <a:pt x="670560" y="335279"/>
                  </a:lnTo>
                  <a:lnTo>
                    <a:pt x="666924" y="384824"/>
                  </a:lnTo>
                  <a:lnTo>
                    <a:pt x="656364" y="432111"/>
                  </a:lnTo>
                  <a:lnTo>
                    <a:pt x="639397" y="476623"/>
                  </a:lnTo>
                  <a:lnTo>
                    <a:pt x="616543" y="517841"/>
                  </a:lnTo>
                  <a:lnTo>
                    <a:pt x="588320" y="555246"/>
                  </a:lnTo>
                  <a:lnTo>
                    <a:pt x="555246" y="588320"/>
                  </a:lnTo>
                  <a:lnTo>
                    <a:pt x="517841" y="616543"/>
                  </a:lnTo>
                  <a:lnTo>
                    <a:pt x="476623" y="639397"/>
                  </a:lnTo>
                  <a:lnTo>
                    <a:pt x="432111" y="656364"/>
                  </a:lnTo>
                  <a:lnTo>
                    <a:pt x="384824" y="666924"/>
                  </a:lnTo>
                  <a:lnTo>
                    <a:pt x="335280" y="670559"/>
                  </a:lnTo>
                  <a:lnTo>
                    <a:pt x="285735" y="666924"/>
                  </a:lnTo>
                  <a:lnTo>
                    <a:pt x="238448" y="656364"/>
                  </a:lnTo>
                  <a:lnTo>
                    <a:pt x="193936" y="639397"/>
                  </a:lnTo>
                  <a:lnTo>
                    <a:pt x="152718" y="616543"/>
                  </a:lnTo>
                  <a:lnTo>
                    <a:pt x="115313" y="588320"/>
                  </a:lnTo>
                  <a:lnTo>
                    <a:pt x="82239" y="555246"/>
                  </a:lnTo>
                  <a:lnTo>
                    <a:pt x="54016" y="517841"/>
                  </a:lnTo>
                  <a:lnTo>
                    <a:pt x="31162" y="476623"/>
                  </a:lnTo>
                  <a:lnTo>
                    <a:pt x="14195" y="432111"/>
                  </a:lnTo>
                  <a:lnTo>
                    <a:pt x="3635" y="384824"/>
                  </a:lnTo>
                  <a:lnTo>
                    <a:pt x="0" y="335279"/>
                  </a:lnTo>
                  <a:close/>
                </a:path>
              </a:pathLst>
            </a:custGeom>
            <a:ln w="12700">
              <a:solidFill>
                <a:srgbClr val="2D7C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69924" y="4241368"/>
            <a:ext cx="1676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41374" y="4195648"/>
            <a:ext cx="27889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0D2B1E"/>
                </a:solidFill>
                <a:latin typeface="Calibri"/>
                <a:cs typeface="Calibri"/>
              </a:rPr>
              <a:t>Referencias</a:t>
            </a:r>
            <a:r>
              <a:rPr sz="2000" b="1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2B1E"/>
                </a:solidFill>
                <a:latin typeface="Calibri"/>
                <a:cs typeface="Calibri"/>
              </a:rPr>
              <a:t>con</a:t>
            </a:r>
            <a:r>
              <a:rPr sz="2000" b="1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D2B1E"/>
                </a:solidFill>
                <a:latin typeface="Calibri"/>
                <a:cs typeface="Calibri"/>
              </a:rPr>
              <a:t>Funciones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0559" y="4950714"/>
            <a:ext cx="100469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Crea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una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función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duplicar_notas(lista)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que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reciba</a:t>
            </a:r>
            <a:r>
              <a:rPr sz="1600" spc="-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una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lista</a:t>
            </a:r>
            <a:r>
              <a:rPr sz="1600" spc="-5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de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dicts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{nombre,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nota}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y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retorne</a:t>
            </a:r>
            <a:r>
              <a:rPr sz="1600" spc="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una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NUEVA</a:t>
            </a:r>
            <a:r>
              <a:rPr sz="1600" spc="-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lista</a:t>
            </a:r>
            <a:r>
              <a:rPr sz="1600" spc="-5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con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las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notas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multiplicadas</a:t>
            </a:r>
            <a:r>
              <a:rPr sz="1600" spc="-6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por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1.5.</a:t>
            </a:r>
            <a:r>
              <a:rPr sz="1600" spc="-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La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lista</a:t>
            </a:r>
            <a:r>
              <a:rPr sz="1600" spc="-5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original</a:t>
            </a:r>
            <a:r>
              <a:rPr sz="1600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NO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debe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ser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modificada.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Verifica</a:t>
            </a:r>
            <a:r>
              <a:rPr sz="1600" spc="-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con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id()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que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son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objetos</a:t>
            </a:r>
            <a:r>
              <a:rPr sz="1600" spc="-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distintos.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" y="5847588"/>
            <a:ext cx="454913" cy="372618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670559" y="5827776"/>
            <a:ext cx="6096000" cy="609600"/>
          </a:xfrm>
          <a:prstGeom prst="rect">
            <a:avLst/>
          </a:prstGeom>
          <a:ln w="12700">
            <a:solidFill>
              <a:srgbClr val="A4D5A7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121920" marR="1115060" indent="278765">
              <a:lnSpc>
                <a:spcPts val="1670"/>
              </a:lnSpc>
              <a:spcBef>
                <a:spcPts val="620"/>
              </a:spcBef>
            </a:pPr>
            <a:r>
              <a:rPr sz="1400" b="1" dirty="0">
                <a:solidFill>
                  <a:srgbClr val="2D7C31"/>
                </a:solidFill>
                <a:latin typeface="Calibri"/>
                <a:cs typeface="Calibri"/>
              </a:rPr>
              <a:t>Pista:</a:t>
            </a:r>
            <a:r>
              <a:rPr sz="1400" b="1" spc="-30" dirty="0">
                <a:solidFill>
                  <a:srgbClr val="2D7C3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Usa</a:t>
            </a:r>
            <a:r>
              <a:rPr sz="1400" spc="-20" dirty="0">
                <a:solidFill>
                  <a:srgbClr val="2C5A3D"/>
                </a:solidFill>
                <a:latin typeface="Calibri"/>
                <a:cs typeface="Calibri"/>
              </a:rPr>
              <a:t> copy.deepcopy()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dentro</a:t>
            </a:r>
            <a:r>
              <a:rPr sz="1400" spc="-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función.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Luego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 verifica: print(original[0]["nota"])</a:t>
            </a:r>
            <a:r>
              <a:rPr sz="1400" spc="-1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debe</a:t>
            </a:r>
            <a:r>
              <a:rPr sz="1400" spc="1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ser</a:t>
            </a:r>
            <a:r>
              <a:rPr sz="1400" spc="-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el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 mismo.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949440" y="5827776"/>
            <a:ext cx="4730750" cy="609600"/>
            <a:chOff x="6949440" y="5827776"/>
            <a:chExt cx="4730750" cy="609600"/>
          </a:xfrm>
        </p:grpSpPr>
        <p:sp>
          <p:nvSpPr>
            <p:cNvPr id="33" name="object 33"/>
            <p:cNvSpPr/>
            <p:nvPr/>
          </p:nvSpPr>
          <p:spPr>
            <a:xfrm>
              <a:off x="6949440" y="5827776"/>
              <a:ext cx="4730750" cy="609600"/>
            </a:xfrm>
            <a:custGeom>
              <a:avLst/>
              <a:gdLst/>
              <a:ahLst/>
              <a:cxnLst/>
              <a:rect l="l" t="t" r="r" b="b"/>
              <a:pathLst>
                <a:path w="4730750" h="609600">
                  <a:moveTo>
                    <a:pt x="4730496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4730496" y="609600"/>
                  </a:lnTo>
                  <a:lnTo>
                    <a:pt x="4730496" y="0"/>
                  </a:lnTo>
                  <a:close/>
                </a:path>
              </a:pathLst>
            </a:custGeom>
            <a:solidFill>
              <a:srgbClr val="E2F1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4680" y="5954268"/>
              <a:ext cx="457962" cy="372617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6949440" y="5827776"/>
            <a:ext cx="4730750" cy="609600"/>
          </a:xfrm>
          <a:prstGeom prst="rect">
            <a:avLst/>
          </a:prstGeom>
          <a:ln w="12700">
            <a:solidFill>
              <a:srgbClr val="90C9F8"/>
            </a:solidFill>
          </a:ln>
        </p:spPr>
        <p:txBody>
          <a:bodyPr vert="horz" wrap="square" lIns="0" tIns="17716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395"/>
              </a:spcBef>
            </a:pPr>
            <a:r>
              <a:rPr sz="1400" b="1" dirty="0">
                <a:solidFill>
                  <a:srgbClr val="0D46A0"/>
                </a:solidFill>
                <a:latin typeface="Consolas"/>
                <a:cs typeface="Consolas"/>
              </a:rPr>
              <a:t>—</a:t>
            </a:r>
            <a:r>
              <a:rPr sz="1400" b="1" spc="-30" dirty="0">
                <a:solidFill>
                  <a:srgbClr val="0D46A0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0D46A0"/>
                </a:solidFill>
                <a:latin typeface="Consolas"/>
                <a:cs typeface="Consolas"/>
              </a:rPr>
              <a:t>(no</a:t>
            </a:r>
            <a:r>
              <a:rPr sz="1400" b="1" spc="-30" dirty="0">
                <a:solidFill>
                  <a:srgbClr val="0D46A0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0D46A0"/>
                </a:solidFill>
                <a:latin typeface="Consolas"/>
                <a:cs typeface="Consolas"/>
              </a:rPr>
              <a:t>requiere </a:t>
            </a:r>
            <a:r>
              <a:rPr sz="1400" b="1" spc="-10" dirty="0">
                <a:solidFill>
                  <a:srgbClr val="0D46A0"/>
                </a:solidFill>
                <a:latin typeface="Consolas"/>
                <a:cs typeface="Consolas"/>
              </a:rPr>
              <a:t>archivo)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232" y="172021"/>
            <a:ext cx="1835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pc="-10" dirty="0"/>
              <a:t>EJERCICIO 3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A885B3EF-289F-D792-7236-60AACA41B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85800"/>
            <a:ext cx="10121005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573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7D4776E-1A9D-5227-CDAB-7693CA058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005081"/>
            <a:ext cx="4972744" cy="204291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FD0AF79-34AE-508C-B83F-EAA750C8E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232916"/>
            <a:ext cx="3019846" cy="63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148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232" y="172021"/>
            <a:ext cx="1835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pc="-10" dirty="0"/>
              <a:t>EJERCICIO 4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A0D76FC-0F0D-5648-D89C-9B2384B80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37" y="685800"/>
            <a:ext cx="1035512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425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2AB7B57-A05E-7B20-67D7-7CA78CF7C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300" y="2209800"/>
            <a:ext cx="58674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8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12204700" cy="6864350"/>
            <a:chOff x="-6350" y="-6350"/>
            <a:chExt cx="12204700" cy="686435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1097280"/>
            </a:xfrm>
            <a:custGeom>
              <a:avLst/>
              <a:gdLst/>
              <a:ahLst/>
              <a:cxnLst/>
              <a:rect l="l" t="t" r="r" b="b"/>
              <a:pathLst>
                <a:path w="12192000" h="1097280">
                  <a:moveTo>
                    <a:pt x="12192000" y="0"/>
                  </a:moveTo>
                  <a:lnTo>
                    <a:pt x="0" y="0"/>
                  </a:lnTo>
                  <a:lnTo>
                    <a:pt x="0" y="1097279"/>
                  </a:lnTo>
                  <a:lnTo>
                    <a:pt x="12192000" y="109727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9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1097280"/>
            </a:xfrm>
            <a:custGeom>
              <a:avLst/>
              <a:gdLst/>
              <a:ahLst/>
              <a:cxnLst/>
              <a:rect l="l" t="t" r="r" b="b"/>
              <a:pathLst>
                <a:path w="12192000" h="1097280">
                  <a:moveTo>
                    <a:pt x="0" y="1097279"/>
                  </a:moveTo>
                  <a:lnTo>
                    <a:pt x="12192000" y="109727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097279"/>
                  </a:lnTo>
                  <a:close/>
                </a:path>
              </a:pathLst>
            </a:custGeom>
            <a:ln w="12700">
              <a:solidFill>
                <a:srgbClr val="0069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916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Ejercicios</a:t>
            </a:r>
            <a:r>
              <a:rPr sz="305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Intermedios</a:t>
            </a:r>
            <a:r>
              <a:rPr sz="3050" b="1" spc="6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3050" b="1" spc="6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N°</a:t>
            </a:r>
            <a:r>
              <a:rPr sz="30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30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30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N°</a:t>
            </a:r>
            <a:r>
              <a:rPr sz="30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30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64236" y="1175003"/>
            <a:ext cx="11452860" cy="2723515"/>
            <a:chOff x="364236" y="1175003"/>
            <a:chExt cx="11452860" cy="272351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236" y="1175003"/>
              <a:ext cx="11452860" cy="27233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63296" y="1219199"/>
              <a:ext cx="11314430" cy="2585085"/>
            </a:xfrm>
            <a:custGeom>
              <a:avLst/>
              <a:gdLst/>
              <a:ahLst/>
              <a:cxnLst/>
              <a:rect l="l" t="t" r="r" b="b"/>
              <a:pathLst>
                <a:path w="11314430" h="2585085">
                  <a:moveTo>
                    <a:pt x="11314176" y="0"/>
                  </a:moveTo>
                  <a:lnTo>
                    <a:pt x="0" y="0"/>
                  </a:lnTo>
                  <a:lnTo>
                    <a:pt x="0" y="2584704"/>
                  </a:lnTo>
                  <a:lnTo>
                    <a:pt x="11314176" y="2584704"/>
                  </a:lnTo>
                  <a:lnTo>
                    <a:pt x="11314176" y="0"/>
                  </a:lnTo>
                  <a:close/>
                </a:path>
              </a:pathLst>
            </a:custGeom>
            <a:solidFill>
              <a:srgbClr val="DFF1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3296" y="1219199"/>
              <a:ext cx="11314430" cy="2585085"/>
            </a:xfrm>
            <a:custGeom>
              <a:avLst/>
              <a:gdLst/>
              <a:ahLst/>
              <a:cxnLst/>
              <a:rect l="l" t="t" r="r" b="b"/>
              <a:pathLst>
                <a:path w="11314430" h="2585085">
                  <a:moveTo>
                    <a:pt x="0" y="2584704"/>
                  </a:moveTo>
                  <a:lnTo>
                    <a:pt x="11314176" y="2584704"/>
                  </a:lnTo>
                  <a:lnTo>
                    <a:pt x="11314176" y="0"/>
                  </a:lnTo>
                  <a:lnTo>
                    <a:pt x="0" y="0"/>
                  </a:lnTo>
                  <a:lnTo>
                    <a:pt x="0" y="2584704"/>
                  </a:lnTo>
                  <a:close/>
                </a:path>
              </a:pathLst>
            </a:custGeom>
            <a:ln w="12699">
              <a:solidFill>
                <a:srgbClr val="80C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2064" y="1341119"/>
              <a:ext cx="670560" cy="670560"/>
            </a:xfrm>
            <a:custGeom>
              <a:avLst/>
              <a:gdLst/>
              <a:ahLst/>
              <a:cxnLst/>
              <a:rect l="l" t="t" r="r" b="b"/>
              <a:pathLst>
                <a:path w="670560" h="670560">
                  <a:moveTo>
                    <a:pt x="335280" y="0"/>
                  </a:moveTo>
                  <a:lnTo>
                    <a:pt x="285735" y="3635"/>
                  </a:lnTo>
                  <a:lnTo>
                    <a:pt x="238448" y="14195"/>
                  </a:lnTo>
                  <a:lnTo>
                    <a:pt x="193936" y="31162"/>
                  </a:lnTo>
                  <a:lnTo>
                    <a:pt x="152718" y="54016"/>
                  </a:lnTo>
                  <a:lnTo>
                    <a:pt x="115313" y="82239"/>
                  </a:lnTo>
                  <a:lnTo>
                    <a:pt x="82239" y="115313"/>
                  </a:lnTo>
                  <a:lnTo>
                    <a:pt x="54016" y="152718"/>
                  </a:lnTo>
                  <a:lnTo>
                    <a:pt x="31162" y="193936"/>
                  </a:lnTo>
                  <a:lnTo>
                    <a:pt x="14195" y="238448"/>
                  </a:lnTo>
                  <a:lnTo>
                    <a:pt x="3635" y="285735"/>
                  </a:lnTo>
                  <a:lnTo>
                    <a:pt x="0" y="335279"/>
                  </a:lnTo>
                  <a:lnTo>
                    <a:pt x="3635" y="384824"/>
                  </a:lnTo>
                  <a:lnTo>
                    <a:pt x="14195" y="432111"/>
                  </a:lnTo>
                  <a:lnTo>
                    <a:pt x="31162" y="476623"/>
                  </a:lnTo>
                  <a:lnTo>
                    <a:pt x="54016" y="517841"/>
                  </a:lnTo>
                  <a:lnTo>
                    <a:pt x="82239" y="555246"/>
                  </a:lnTo>
                  <a:lnTo>
                    <a:pt x="115313" y="588320"/>
                  </a:lnTo>
                  <a:lnTo>
                    <a:pt x="152718" y="616543"/>
                  </a:lnTo>
                  <a:lnTo>
                    <a:pt x="193936" y="639397"/>
                  </a:lnTo>
                  <a:lnTo>
                    <a:pt x="238448" y="656364"/>
                  </a:lnTo>
                  <a:lnTo>
                    <a:pt x="285735" y="666924"/>
                  </a:lnTo>
                  <a:lnTo>
                    <a:pt x="335280" y="670559"/>
                  </a:lnTo>
                  <a:lnTo>
                    <a:pt x="384824" y="666924"/>
                  </a:lnTo>
                  <a:lnTo>
                    <a:pt x="432111" y="656364"/>
                  </a:lnTo>
                  <a:lnTo>
                    <a:pt x="476623" y="639397"/>
                  </a:lnTo>
                  <a:lnTo>
                    <a:pt x="517841" y="616543"/>
                  </a:lnTo>
                  <a:lnTo>
                    <a:pt x="555246" y="588320"/>
                  </a:lnTo>
                  <a:lnTo>
                    <a:pt x="588320" y="555246"/>
                  </a:lnTo>
                  <a:lnTo>
                    <a:pt x="616543" y="517841"/>
                  </a:lnTo>
                  <a:lnTo>
                    <a:pt x="639397" y="476623"/>
                  </a:lnTo>
                  <a:lnTo>
                    <a:pt x="656364" y="432111"/>
                  </a:lnTo>
                  <a:lnTo>
                    <a:pt x="666924" y="384824"/>
                  </a:lnTo>
                  <a:lnTo>
                    <a:pt x="670560" y="335279"/>
                  </a:lnTo>
                  <a:lnTo>
                    <a:pt x="666924" y="285735"/>
                  </a:lnTo>
                  <a:lnTo>
                    <a:pt x="656364" y="238448"/>
                  </a:lnTo>
                  <a:lnTo>
                    <a:pt x="639397" y="193936"/>
                  </a:lnTo>
                  <a:lnTo>
                    <a:pt x="616543" y="152718"/>
                  </a:lnTo>
                  <a:lnTo>
                    <a:pt x="588320" y="115313"/>
                  </a:lnTo>
                  <a:lnTo>
                    <a:pt x="555246" y="82239"/>
                  </a:lnTo>
                  <a:lnTo>
                    <a:pt x="517841" y="54016"/>
                  </a:lnTo>
                  <a:lnTo>
                    <a:pt x="476623" y="31162"/>
                  </a:lnTo>
                  <a:lnTo>
                    <a:pt x="432111" y="14195"/>
                  </a:lnTo>
                  <a:lnTo>
                    <a:pt x="384824" y="3635"/>
                  </a:lnTo>
                  <a:lnTo>
                    <a:pt x="335280" y="0"/>
                  </a:lnTo>
                  <a:close/>
                </a:path>
              </a:pathLst>
            </a:custGeom>
            <a:solidFill>
              <a:srgbClr val="0069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2064" y="1341119"/>
              <a:ext cx="670560" cy="670560"/>
            </a:xfrm>
            <a:custGeom>
              <a:avLst/>
              <a:gdLst/>
              <a:ahLst/>
              <a:cxnLst/>
              <a:rect l="l" t="t" r="r" b="b"/>
              <a:pathLst>
                <a:path w="670560" h="670560">
                  <a:moveTo>
                    <a:pt x="0" y="335279"/>
                  </a:moveTo>
                  <a:lnTo>
                    <a:pt x="3635" y="285735"/>
                  </a:lnTo>
                  <a:lnTo>
                    <a:pt x="14195" y="238448"/>
                  </a:lnTo>
                  <a:lnTo>
                    <a:pt x="31162" y="193936"/>
                  </a:lnTo>
                  <a:lnTo>
                    <a:pt x="54016" y="152718"/>
                  </a:lnTo>
                  <a:lnTo>
                    <a:pt x="82239" y="115313"/>
                  </a:lnTo>
                  <a:lnTo>
                    <a:pt x="115313" y="82239"/>
                  </a:lnTo>
                  <a:lnTo>
                    <a:pt x="152718" y="54016"/>
                  </a:lnTo>
                  <a:lnTo>
                    <a:pt x="193936" y="31162"/>
                  </a:lnTo>
                  <a:lnTo>
                    <a:pt x="238448" y="14195"/>
                  </a:lnTo>
                  <a:lnTo>
                    <a:pt x="285735" y="3635"/>
                  </a:lnTo>
                  <a:lnTo>
                    <a:pt x="335280" y="0"/>
                  </a:lnTo>
                  <a:lnTo>
                    <a:pt x="384824" y="3635"/>
                  </a:lnTo>
                  <a:lnTo>
                    <a:pt x="432111" y="14195"/>
                  </a:lnTo>
                  <a:lnTo>
                    <a:pt x="476623" y="31162"/>
                  </a:lnTo>
                  <a:lnTo>
                    <a:pt x="517841" y="54016"/>
                  </a:lnTo>
                  <a:lnTo>
                    <a:pt x="555246" y="82239"/>
                  </a:lnTo>
                  <a:lnTo>
                    <a:pt x="588320" y="115313"/>
                  </a:lnTo>
                  <a:lnTo>
                    <a:pt x="616543" y="152718"/>
                  </a:lnTo>
                  <a:lnTo>
                    <a:pt x="639397" y="193936"/>
                  </a:lnTo>
                  <a:lnTo>
                    <a:pt x="656364" y="238448"/>
                  </a:lnTo>
                  <a:lnTo>
                    <a:pt x="666924" y="285735"/>
                  </a:lnTo>
                  <a:lnTo>
                    <a:pt x="670560" y="335279"/>
                  </a:lnTo>
                  <a:lnTo>
                    <a:pt x="666924" y="384824"/>
                  </a:lnTo>
                  <a:lnTo>
                    <a:pt x="656364" y="432111"/>
                  </a:lnTo>
                  <a:lnTo>
                    <a:pt x="639397" y="476623"/>
                  </a:lnTo>
                  <a:lnTo>
                    <a:pt x="616543" y="517841"/>
                  </a:lnTo>
                  <a:lnTo>
                    <a:pt x="588320" y="555246"/>
                  </a:lnTo>
                  <a:lnTo>
                    <a:pt x="555246" y="588320"/>
                  </a:lnTo>
                  <a:lnTo>
                    <a:pt x="517841" y="616543"/>
                  </a:lnTo>
                  <a:lnTo>
                    <a:pt x="476623" y="639397"/>
                  </a:lnTo>
                  <a:lnTo>
                    <a:pt x="432111" y="656364"/>
                  </a:lnTo>
                  <a:lnTo>
                    <a:pt x="384824" y="666924"/>
                  </a:lnTo>
                  <a:lnTo>
                    <a:pt x="335280" y="670559"/>
                  </a:lnTo>
                  <a:lnTo>
                    <a:pt x="285735" y="666924"/>
                  </a:lnTo>
                  <a:lnTo>
                    <a:pt x="238448" y="656364"/>
                  </a:lnTo>
                  <a:lnTo>
                    <a:pt x="193936" y="639397"/>
                  </a:lnTo>
                  <a:lnTo>
                    <a:pt x="152718" y="616543"/>
                  </a:lnTo>
                  <a:lnTo>
                    <a:pt x="115313" y="588320"/>
                  </a:lnTo>
                  <a:lnTo>
                    <a:pt x="82239" y="555246"/>
                  </a:lnTo>
                  <a:lnTo>
                    <a:pt x="54016" y="517841"/>
                  </a:lnTo>
                  <a:lnTo>
                    <a:pt x="31162" y="476623"/>
                  </a:lnTo>
                  <a:lnTo>
                    <a:pt x="14195" y="432111"/>
                  </a:lnTo>
                  <a:lnTo>
                    <a:pt x="3635" y="384824"/>
                  </a:lnTo>
                  <a:lnTo>
                    <a:pt x="0" y="335279"/>
                  </a:lnTo>
                  <a:close/>
                </a:path>
              </a:pathLst>
            </a:custGeom>
            <a:ln w="12700">
              <a:solidFill>
                <a:srgbClr val="0069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69924" y="1460957"/>
            <a:ext cx="1676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41374" y="1415541"/>
            <a:ext cx="34036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D2B1E"/>
                </a:solidFill>
                <a:latin typeface="Calibri"/>
                <a:cs typeface="Calibri"/>
              </a:rPr>
              <a:t>Agenda</a:t>
            </a:r>
            <a:r>
              <a:rPr sz="2000" b="1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2B1E"/>
                </a:solidFill>
                <a:latin typeface="Calibri"/>
                <a:cs typeface="Calibri"/>
              </a:rPr>
              <a:t>de</a:t>
            </a:r>
            <a:r>
              <a:rPr sz="2000" b="1" spc="-5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2B1E"/>
                </a:solidFill>
                <a:latin typeface="Calibri"/>
                <a:cs typeface="Calibri"/>
              </a:rPr>
              <a:t>Contactos</a:t>
            </a:r>
            <a:r>
              <a:rPr sz="2000" b="1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2B1E"/>
                </a:solidFill>
                <a:latin typeface="Calibri"/>
                <a:cs typeface="Calibri"/>
              </a:rPr>
              <a:t>con</a:t>
            </a:r>
            <a:r>
              <a:rPr sz="2000" b="1" spc="-6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D2B1E"/>
                </a:solidFill>
                <a:latin typeface="Calibri"/>
                <a:cs typeface="Calibri"/>
              </a:rPr>
              <a:t>shelve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0559" y="2170302"/>
            <a:ext cx="102349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Implementa</a:t>
            </a:r>
            <a:r>
              <a:rPr sz="1600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una</a:t>
            </a:r>
            <a:r>
              <a:rPr sz="1600" spc="-5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agenda</a:t>
            </a:r>
            <a:r>
              <a:rPr sz="1600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de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contactos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usando</a:t>
            </a:r>
            <a:r>
              <a:rPr sz="1600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shelve.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Debe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soportar:</a:t>
            </a:r>
            <a:r>
              <a:rPr sz="1600" spc="-1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agregar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contacto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(nombre,</a:t>
            </a:r>
            <a:r>
              <a:rPr sz="1600" spc="-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teléfono,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email),</a:t>
            </a:r>
            <a:r>
              <a:rPr sz="1600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buscar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por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nombre,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listar</a:t>
            </a:r>
            <a:r>
              <a:rPr sz="1600" spc="-6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todos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y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eliminar</a:t>
            </a:r>
            <a:r>
              <a:rPr sz="1600" spc="-6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por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nombre.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Usa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el</a:t>
            </a:r>
            <a:r>
              <a:rPr sz="1600" spc="-5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nombre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como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clave</a:t>
            </a:r>
            <a:r>
              <a:rPr sz="1600" spc="-6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del</a:t>
            </a:r>
            <a:r>
              <a:rPr sz="1600" spc="-5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shelve.</a:t>
            </a:r>
            <a:r>
              <a:rPr sz="1600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Persiste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entre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ejecuciones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del</a:t>
            </a:r>
            <a:r>
              <a:rPr sz="1600" spc="-6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programa.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" y="3067811"/>
            <a:ext cx="454913" cy="37261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70559" y="3048000"/>
            <a:ext cx="6096000" cy="609600"/>
          </a:xfrm>
          <a:prstGeom prst="rect">
            <a:avLst/>
          </a:prstGeom>
          <a:ln w="12700">
            <a:solidFill>
              <a:srgbClr val="80CAC4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400685">
              <a:lnSpc>
                <a:spcPts val="1675"/>
              </a:lnSpc>
              <a:spcBef>
                <a:spcPts val="545"/>
              </a:spcBef>
            </a:pPr>
            <a:r>
              <a:rPr sz="1400" b="1" dirty="0">
                <a:solidFill>
                  <a:srgbClr val="00695C"/>
                </a:solidFill>
                <a:latin typeface="Calibri"/>
                <a:cs typeface="Calibri"/>
              </a:rPr>
              <a:t>Pista:</a:t>
            </a:r>
            <a:r>
              <a:rPr sz="1400" b="1" spc="-35" dirty="0">
                <a:solidFill>
                  <a:srgbClr val="00695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shelve.open("agenda")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 como</a:t>
            </a:r>
            <a:r>
              <a:rPr sz="1400" spc="-4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context</a:t>
            </a:r>
            <a:r>
              <a:rPr sz="1400" spc="-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C5A3D"/>
                </a:solidFill>
                <a:latin typeface="Calibri"/>
                <a:cs typeface="Calibri"/>
              </a:rPr>
              <a:t>manager.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Clave:</a:t>
            </a:r>
            <a:r>
              <a:rPr sz="1400" spc="-1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nombre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C5A3D"/>
                </a:solidFill>
                <a:latin typeface="Calibri"/>
                <a:cs typeface="Calibri"/>
              </a:rPr>
              <a:t>en</a:t>
            </a:r>
            <a:endParaRPr sz="1400">
              <a:latin typeface="Calibri"/>
              <a:cs typeface="Calibri"/>
            </a:endParaRPr>
          </a:p>
          <a:p>
            <a:pPr marL="121920">
              <a:lnSpc>
                <a:spcPts val="1675"/>
              </a:lnSpc>
            </a:pP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minúsculas.</a:t>
            </a:r>
            <a:r>
              <a:rPr sz="1400" spc="-2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Para</a:t>
            </a:r>
            <a:r>
              <a:rPr sz="1400" spc="-20" dirty="0">
                <a:solidFill>
                  <a:srgbClr val="2C5A3D"/>
                </a:solidFill>
                <a:latin typeface="Calibri"/>
                <a:cs typeface="Calibri"/>
              </a:rPr>
              <a:t> UPDATE:</a:t>
            </a:r>
            <a:r>
              <a:rPr sz="1400" spc="-1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leer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→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modificar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→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reasignar.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949440" y="3048000"/>
            <a:ext cx="4730750" cy="609600"/>
            <a:chOff x="6949440" y="3048000"/>
            <a:chExt cx="4730750" cy="609600"/>
          </a:xfrm>
        </p:grpSpPr>
        <p:sp>
          <p:nvSpPr>
            <p:cNvPr id="18" name="object 18"/>
            <p:cNvSpPr/>
            <p:nvPr/>
          </p:nvSpPr>
          <p:spPr>
            <a:xfrm>
              <a:off x="6949440" y="3048000"/>
              <a:ext cx="4730750" cy="609600"/>
            </a:xfrm>
            <a:custGeom>
              <a:avLst/>
              <a:gdLst/>
              <a:ahLst/>
              <a:cxnLst/>
              <a:rect l="l" t="t" r="r" b="b"/>
              <a:pathLst>
                <a:path w="4730750" h="609600">
                  <a:moveTo>
                    <a:pt x="4730496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4730496" y="609600"/>
                  </a:lnTo>
                  <a:lnTo>
                    <a:pt x="4730496" y="0"/>
                  </a:lnTo>
                  <a:close/>
                </a:path>
              </a:pathLst>
            </a:custGeom>
            <a:solidFill>
              <a:srgbClr val="E2F1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4680" y="3174492"/>
              <a:ext cx="457962" cy="372617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949440" y="3048000"/>
            <a:ext cx="4730750" cy="609600"/>
          </a:xfrm>
          <a:prstGeom prst="rect">
            <a:avLst/>
          </a:prstGeom>
          <a:ln w="12700">
            <a:solidFill>
              <a:srgbClr val="90C9F8"/>
            </a:solidFill>
          </a:ln>
        </p:spPr>
        <p:txBody>
          <a:bodyPr vert="horz" wrap="square" lIns="0" tIns="176530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390"/>
              </a:spcBef>
            </a:pPr>
            <a:r>
              <a:rPr sz="1400" b="1" dirty="0">
                <a:solidFill>
                  <a:srgbClr val="0D46A0"/>
                </a:solidFill>
                <a:latin typeface="Consolas"/>
                <a:cs typeface="Consolas"/>
              </a:rPr>
              <a:t>agenda.db</a:t>
            </a:r>
            <a:r>
              <a:rPr sz="1400" b="1" spc="-20" dirty="0">
                <a:solidFill>
                  <a:srgbClr val="0D46A0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0D46A0"/>
                </a:solidFill>
                <a:latin typeface="Consolas"/>
                <a:cs typeface="Consolas"/>
              </a:rPr>
              <a:t>(se</a:t>
            </a:r>
            <a:r>
              <a:rPr sz="1400" b="1" spc="-40" dirty="0">
                <a:solidFill>
                  <a:srgbClr val="0D46A0"/>
                </a:solidFill>
                <a:latin typeface="Consolas"/>
                <a:cs typeface="Consolas"/>
              </a:rPr>
              <a:t> </a:t>
            </a:r>
            <a:r>
              <a:rPr sz="1400" b="1" spc="-10" dirty="0">
                <a:solidFill>
                  <a:srgbClr val="0D46A0"/>
                </a:solidFill>
                <a:latin typeface="Consolas"/>
                <a:cs typeface="Consolas"/>
              </a:rPr>
              <a:t>genera)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64236" y="3954779"/>
            <a:ext cx="11452860" cy="2723515"/>
            <a:chOff x="364236" y="3954779"/>
            <a:chExt cx="11452860" cy="2723515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236" y="3954779"/>
              <a:ext cx="11452860" cy="272338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63296" y="3998975"/>
              <a:ext cx="11314430" cy="2585085"/>
            </a:xfrm>
            <a:custGeom>
              <a:avLst/>
              <a:gdLst/>
              <a:ahLst/>
              <a:cxnLst/>
              <a:rect l="l" t="t" r="r" b="b"/>
              <a:pathLst>
                <a:path w="11314430" h="2585084">
                  <a:moveTo>
                    <a:pt x="11314176" y="0"/>
                  </a:moveTo>
                  <a:lnTo>
                    <a:pt x="0" y="0"/>
                  </a:lnTo>
                  <a:lnTo>
                    <a:pt x="0" y="2584704"/>
                  </a:lnTo>
                  <a:lnTo>
                    <a:pt x="11314176" y="2584704"/>
                  </a:lnTo>
                  <a:lnTo>
                    <a:pt x="11314176" y="0"/>
                  </a:lnTo>
                  <a:close/>
                </a:path>
              </a:pathLst>
            </a:custGeom>
            <a:solidFill>
              <a:srgbClr val="DFF1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63296" y="3998975"/>
              <a:ext cx="11314430" cy="2585085"/>
            </a:xfrm>
            <a:custGeom>
              <a:avLst/>
              <a:gdLst/>
              <a:ahLst/>
              <a:cxnLst/>
              <a:rect l="l" t="t" r="r" b="b"/>
              <a:pathLst>
                <a:path w="11314430" h="2585084">
                  <a:moveTo>
                    <a:pt x="0" y="2584704"/>
                  </a:moveTo>
                  <a:lnTo>
                    <a:pt x="11314176" y="2584704"/>
                  </a:lnTo>
                  <a:lnTo>
                    <a:pt x="11314176" y="0"/>
                  </a:lnTo>
                  <a:lnTo>
                    <a:pt x="0" y="0"/>
                  </a:lnTo>
                  <a:lnTo>
                    <a:pt x="0" y="2584704"/>
                  </a:lnTo>
                  <a:close/>
                </a:path>
              </a:pathLst>
            </a:custGeom>
            <a:ln w="12699">
              <a:solidFill>
                <a:srgbClr val="80C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2064" y="4120895"/>
              <a:ext cx="670560" cy="670560"/>
            </a:xfrm>
            <a:custGeom>
              <a:avLst/>
              <a:gdLst/>
              <a:ahLst/>
              <a:cxnLst/>
              <a:rect l="l" t="t" r="r" b="b"/>
              <a:pathLst>
                <a:path w="670560" h="670560">
                  <a:moveTo>
                    <a:pt x="335280" y="0"/>
                  </a:moveTo>
                  <a:lnTo>
                    <a:pt x="285735" y="3635"/>
                  </a:lnTo>
                  <a:lnTo>
                    <a:pt x="238448" y="14195"/>
                  </a:lnTo>
                  <a:lnTo>
                    <a:pt x="193936" y="31162"/>
                  </a:lnTo>
                  <a:lnTo>
                    <a:pt x="152718" y="54016"/>
                  </a:lnTo>
                  <a:lnTo>
                    <a:pt x="115313" y="82239"/>
                  </a:lnTo>
                  <a:lnTo>
                    <a:pt x="82239" y="115313"/>
                  </a:lnTo>
                  <a:lnTo>
                    <a:pt x="54016" y="152718"/>
                  </a:lnTo>
                  <a:lnTo>
                    <a:pt x="31162" y="193936"/>
                  </a:lnTo>
                  <a:lnTo>
                    <a:pt x="14195" y="238448"/>
                  </a:lnTo>
                  <a:lnTo>
                    <a:pt x="3635" y="285735"/>
                  </a:lnTo>
                  <a:lnTo>
                    <a:pt x="0" y="335279"/>
                  </a:lnTo>
                  <a:lnTo>
                    <a:pt x="3635" y="384824"/>
                  </a:lnTo>
                  <a:lnTo>
                    <a:pt x="14195" y="432111"/>
                  </a:lnTo>
                  <a:lnTo>
                    <a:pt x="31162" y="476623"/>
                  </a:lnTo>
                  <a:lnTo>
                    <a:pt x="54016" y="517841"/>
                  </a:lnTo>
                  <a:lnTo>
                    <a:pt x="82239" y="555246"/>
                  </a:lnTo>
                  <a:lnTo>
                    <a:pt x="115313" y="588320"/>
                  </a:lnTo>
                  <a:lnTo>
                    <a:pt x="152718" y="616543"/>
                  </a:lnTo>
                  <a:lnTo>
                    <a:pt x="193936" y="639397"/>
                  </a:lnTo>
                  <a:lnTo>
                    <a:pt x="238448" y="656364"/>
                  </a:lnTo>
                  <a:lnTo>
                    <a:pt x="285735" y="666924"/>
                  </a:lnTo>
                  <a:lnTo>
                    <a:pt x="335280" y="670559"/>
                  </a:lnTo>
                  <a:lnTo>
                    <a:pt x="384824" y="666924"/>
                  </a:lnTo>
                  <a:lnTo>
                    <a:pt x="432111" y="656364"/>
                  </a:lnTo>
                  <a:lnTo>
                    <a:pt x="476623" y="639397"/>
                  </a:lnTo>
                  <a:lnTo>
                    <a:pt x="517841" y="616543"/>
                  </a:lnTo>
                  <a:lnTo>
                    <a:pt x="555246" y="588320"/>
                  </a:lnTo>
                  <a:lnTo>
                    <a:pt x="588320" y="555246"/>
                  </a:lnTo>
                  <a:lnTo>
                    <a:pt x="616543" y="517841"/>
                  </a:lnTo>
                  <a:lnTo>
                    <a:pt x="639397" y="476623"/>
                  </a:lnTo>
                  <a:lnTo>
                    <a:pt x="656364" y="432111"/>
                  </a:lnTo>
                  <a:lnTo>
                    <a:pt x="666924" y="384824"/>
                  </a:lnTo>
                  <a:lnTo>
                    <a:pt x="670560" y="335279"/>
                  </a:lnTo>
                  <a:lnTo>
                    <a:pt x="666924" y="285735"/>
                  </a:lnTo>
                  <a:lnTo>
                    <a:pt x="656364" y="238448"/>
                  </a:lnTo>
                  <a:lnTo>
                    <a:pt x="639397" y="193936"/>
                  </a:lnTo>
                  <a:lnTo>
                    <a:pt x="616543" y="152718"/>
                  </a:lnTo>
                  <a:lnTo>
                    <a:pt x="588320" y="115313"/>
                  </a:lnTo>
                  <a:lnTo>
                    <a:pt x="555246" y="82239"/>
                  </a:lnTo>
                  <a:lnTo>
                    <a:pt x="517841" y="54016"/>
                  </a:lnTo>
                  <a:lnTo>
                    <a:pt x="476623" y="31162"/>
                  </a:lnTo>
                  <a:lnTo>
                    <a:pt x="432111" y="14195"/>
                  </a:lnTo>
                  <a:lnTo>
                    <a:pt x="384824" y="3635"/>
                  </a:lnTo>
                  <a:lnTo>
                    <a:pt x="335280" y="0"/>
                  </a:lnTo>
                  <a:close/>
                </a:path>
              </a:pathLst>
            </a:custGeom>
            <a:solidFill>
              <a:srgbClr val="0069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12064" y="4120895"/>
              <a:ext cx="670560" cy="670560"/>
            </a:xfrm>
            <a:custGeom>
              <a:avLst/>
              <a:gdLst/>
              <a:ahLst/>
              <a:cxnLst/>
              <a:rect l="l" t="t" r="r" b="b"/>
              <a:pathLst>
                <a:path w="670560" h="670560">
                  <a:moveTo>
                    <a:pt x="0" y="335279"/>
                  </a:moveTo>
                  <a:lnTo>
                    <a:pt x="3635" y="285735"/>
                  </a:lnTo>
                  <a:lnTo>
                    <a:pt x="14195" y="238448"/>
                  </a:lnTo>
                  <a:lnTo>
                    <a:pt x="31162" y="193936"/>
                  </a:lnTo>
                  <a:lnTo>
                    <a:pt x="54016" y="152718"/>
                  </a:lnTo>
                  <a:lnTo>
                    <a:pt x="82239" y="115313"/>
                  </a:lnTo>
                  <a:lnTo>
                    <a:pt x="115313" y="82239"/>
                  </a:lnTo>
                  <a:lnTo>
                    <a:pt x="152718" y="54016"/>
                  </a:lnTo>
                  <a:lnTo>
                    <a:pt x="193936" y="31162"/>
                  </a:lnTo>
                  <a:lnTo>
                    <a:pt x="238448" y="14195"/>
                  </a:lnTo>
                  <a:lnTo>
                    <a:pt x="285735" y="3635"/>
                  </a:lnTo>
                  <a:lnTo>
                    <a:pt x="335280" y="0"/>
                  </a:lnTo>
                  <a:lnTo>
                    <a:pt x="384824" y="3635"/>
                  </a:lnTo>
                  <a:lnTo>
                    <a:pt x="432111" y="14195"/>
                  </a:lnTo>
                  <a:lnTo>
                    <a:pt x="476623" y="31162"/>
                  </a:lnTo>
                  <a:lnTo>
                    <a:pt x="517841" y="54016"/>
                  </a:lnTo>
                  <a:lnTo>
                    <a:pt x="555246" y="82239"/>
                  </a:lnTo>
                  <a:lnTo>
                    <a:pt x="588320" y="115313"/>
                  </a:lnTo>
                  <a:lnTo>
                    <a:pt x="616543" y="152718"/>
                  </a:lnTo>
                  <a:lnTo>
                    <a:pt x="639397" y="193936"/>
                  </a:lnTo>
                  <a:lnTo>
                    <a:pt x="656364" y="238448"/>
                  </a:lnTo>
                  <a:lnTo>
                    <a:pt x="666924" y="285735"/>
                  </a:lnTo>
                  <a:lnTo>
                    <a:pt x="670560" y="335279"/>
                  </a:lnTo>
                  <a:lnTo>
                    <a:pt x="666924" y="384824"/>
                  </a:lnTo>
                  <a:lnTo>
                    <a:pt x="656364" y="432111"/>
                  </a:lnTo>
                  <a:lnTo>
                    <a:pt x="639397" y="476623"/>
                  </a:lnTo>
                  <a:lnTo>
                    <a:pt x="616543" y="517841"/>
                  </a:lnTo>
                  <a:lnTo>
                    <a:pt x="588320" y="555246"/>
                  </a:lnTo>
                  <a:lnTo>
                    <a:pt x="555246" y="588320"/>
                  </a:lnTo>
                  <a:lnTo>
                    <a:pt x="517841" y="616543"/>
                  </a:lnTo>
                  <a:lnTo>
                    <a:pt x="476623" y="639397"/>
                  </a:lnTo>
                  <a:lnTo>
                    <a:pt x="432111" y="656364"/>
                  </a:lnTo>
                  <a:lnTo>
                    <a:pt x="384824" y="666924"/>
                  </a:lnTo>
                  <a:lnTo>
                    <a:pt x="335280" y="670559"/>
                  </a:lnTo>
                  <a:lnTo>
                    <a:pt x="285735" y="666924"/>
                  </a:lnTo>
                  <a:lnTo>
                    <a:pt x="238448" y="656364"/>
                  </a:lnTo>
                  <a:lnTo>
                    <a:pt x="193936" y="639397"/>
                  </a:lnTo>
                  <a:lnTo>
                    <a:pt x="152718" y="616543"/>
                  </a:lnTo>
                  <a:lnTo>
                    <a:pt x="115313" y="588320"/>
                  </a:lnTo>
                  <a:lnTo>
                    <a:pt x="82239" y="555246"/>
                  </a:lnTo>
                  <a:lnTo>
                    <a:pt x="54016" y="517841"/>
                  </a:lnTo>
                  <a:lnTo>
                    <a:pt x="31162" y="476623"/>
                  </a:lnTo>
                  <a:lnTo>
                    <a:pt x="14195" y="432111"/>
                  </a:lnTo>
                  <a:lnTo>
                    <a:pt x="3635" y="384824"/>
                  </a:lnTo>
                  <a:lnTo>
                    <a:pt x="0" y="335279"/>
                  </a:lnTo>
                  <a:close/>
                </a:path>
              </a:pathLst>
            </a:custGeom>
            <a:ln w="12700">
              <a:solidFill>
                <a:srgbClr val="0069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69924" y="4241368"/>
            <a:ext cx="1676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41374" y="4195648"/>
            <a:ext cx="344360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D2B1E"/>
                </a:solidFill>
                <a:latin typeface="Calibri"/>
                <a:cs typeface="Calibri"/>
              </a:rPr>
              <a:t>Actualizar</a:t>
            </a:r>
            <a:r>
              <a:rPr sz="2000" b="1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D2B1E"/>
                </a:solidFill>
                <a:latin typeface="Calibri"/>
                <a:cs typeface="Calibri"/>
              </a:rPr>
              <a:t>Inventario</a:t>
            </a:r>
            <a:r>
              <a:rPr sz="2000" b="1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2B1E"/>
                </a:solidFill>
                <a:latin typeface="Calibri"/>
                <a:cs typeface="Calibri"/>
              </a:rPr>
              <a:t>JSON</a:t>
            </a:r>
            <a:r>
              <a:rPr sz="2000" b="1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2B1E"/>
                </a:solidFill>
                <a:latin typeface="Calibri"/>
                <a:cs typeface="Calibri"/>
              </a:rPr>
              <a:t>+</a:t>
            </a:r>
            <a:r>
              <a:rPr sz="2000" b="1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0D2B1E"/>
                </a:solidFill>
                <a:latin typeface="Calibri"/>
                <a:cs typeface="Calibri"/>
              </a:rPr>
              <a:t>CSV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0559" y="4950714"/>
            <a:ext cx="104197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Carga</a:t>
            </a:r>
            <a:r>
              <a:rPr sz="1600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"inventario.json"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(productos</a:t>
            </a:r>
            <a:r>
              <a:rPr sz="1600" spc="-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con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id,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nombre,</a:t>
            </a:r>
            <a:r>
              <a:rPr sz="1600" spc="-1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precio,</a:t>
            </a:r>
            <a:r>
              <a:rPr sz="1600" spc="-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stock).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Lee</a:t>
            </a:r>
            <a:r>
              <a:rPr sz="1600" spc="-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un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archivo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"ventas.csv"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(id_producto,</a:t>
            </a:r>
            <a:r>
              <a:rPr sz="1600" spc="-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cantidad</a:t>
            </a:r>
            <a:r>
              <a:rPr sz="1600" spc="-7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vendida).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Actualiza</a:t>
            </a:r>
            <a:r>
              <a:rPr sz="1600" spc="-6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el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stock</a:t>
            </a:r>
            <a:r>
              <a:rPr sz="1600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cada</a:t>
            </a:r>
            <a:r>
              <a:rPr sz="1600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producto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según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las</a:t>
            </a:r>
            <a:r>
              <a:rPr sz="1600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ventas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y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guarda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el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inventario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actualizado.</a:t>
            </a:r>
            <a:r>
              <a:rPr sz="1600" spc="-7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Reporta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productos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con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stock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=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0.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" y="5847588"/>
            <a:ext cx="454913" cy="372618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670559" y="5827776"/>
            <a:ext cx="6096000" cy="609600"/>
          </a:xfrm>
          <a:prstGeom prst="rect">
            <a:avLst/>
          </a:prstGeom>
          <a:ln w="12700">
            <a:solidFill>
              <a:srgbClr val="80CAC4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121920" marR="349885" indent="278765">
              <a:lnSpc>
                <a:spcPts val="1670"/>
              </a:lnSpc>
              <a:spcBef>
                <a:spcPts val="620"/>
              </a:spcBef>
            </a:pPr>
            <a:r>
              <a:rPr sz="1400" b="1" dirty="0">
                <a:solidFill>
                  <a:srgbClr val="00695C"/>
                </a:solidFill>
                <a:latin typeface="Calibri"/>
                <a:cs typeface="Calibri"/>
              </a:rPr>
              <a:t>Pista:</a:t>
            </a:r>
            <a:r>
              <a:rPr sz="1400" b="1" spc="-35" dirty="0">
                <a:solidFill>
                  <a:srgbClr val="00695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DictReader</a:t>
            </a:r>
            <a:r>
              <a:rPr sz="1400" spc="-1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para</a:t>
            </a:r>
            <a:r>
              <a:rPr sz="1400" spc="-25" dirty="0">
                <a:solidFill>
                  <a:srgbClr val="2C5A3D"/>
                </a:solidFill>
                <a:latin typeface="Calibri"/>
                <a:cs typeface="Calibri"/>
              </a:rPr>
              <a:t> ventas.csv.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Buscar</a:t>
            </a:r>
            <a:r>
              <a:rPr sz="1400" spc="-2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por</a:t>
            </a:r>
            <a:r>
              <a:rPr sz="1400" spc="-3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id</a:t>
            </a:r>
            <a:r>
              <a:rPr sz="1400" spc="-2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en</a:t>
            </a:r>
            <a:r>
              <a:rPr sz="1400" spc="-2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lista</a:t>
            </a:r>
            <a:r>
              <a:rPr sz="1400" spc="-2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del</a:t>
            </a:r>
            <a:r>
              <a:rPr sz="1400" spc="-2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JSON.</a:t>
            </a:r>
            <a:r>
              <a:rPr sz="1400" spc="-5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Restar cantidades</a:t>
            </a:r>
            <a:r>
              <a:rPr sz="1400" spc="1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y</a:t>
            </a:r>
            <a:r>
              <a:rPr sz="1400" spc="-2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verificar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stock</a:t>
            </a:r>
            <a:r>
              <a:rPr sz="1400" spc="-2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&gt;=</a:t>
            </a:r>
            <a:r>
              <a:rPr sz="1400" spc="-2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C5A3D"/>
                </a:solidFill>
                <a:latin typeface="Calibri"/>
                <a:cs typeface="Calibri"/>
              </a:rPr>
              <a:t>0.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949440" y="5827776"/>
            <a:ext cx="4730750" cy="609600"/>
            <a:chOff x="6949440" y="5827776"/>
            <a:chExt cx="4730750" cy="609600"/>
          </a:xfrm>
        </p:grpSpPr>
        <p:sp>
          <p:nvSpPr>
            <p:cNvPr id="33" name="object 33"/>
            <p:cNvSpPr/>
            <p:nvPr/>
          </p:nvSpPr>
          <p:spPr>
            <a:xfrm>
              <a:off x="6949440" y="5827776"/>
              <a:ext cx="4730750" cy="609600"/>
            </a:xfrm>
            <a:custGeom>
              <a:avLst/>
              <a:gdLst/>
              <a:ahLst/>
              <a:cxnLst/>
              <a:rect l="l" t="t" r="r" b="b"/>
              <a:pathLst>
                <a:path w="4730750" h="609600">
                  <a:moveTo>
                    <a:pt x="4730496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4730496" y="609600"/>
                  </a:lnTo>
                  <a:lnTo>
                    <a:pt x="4730496" y="0"/>
                  </a:lnTo>
                  <a:close/>
                </a:path>
              </a:pathLst>
            </a:custGeom>
            <a:solidFill>
              <a:srgbClr val="E2F1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4680" y="5954268"/>
              <a:ext cx="457962" cy="372617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6949440" y="5827776"/>
            <a:ext cx="4730750" cy="609600"/>
          </a:xfrm>
          <a:prstGeom prst="rect">
            <a:avLst/>
          </a:prstGeom>
          <a:ln w="12700">
            <a:solidFill>
              <a:srgbClr val="90C9F8"/>
            </a:solidFill>
          </a:ln>
        </p:spPr>
        <p:txBody>
          <a:bodyPr vert="horz" wrap="square" lIns="0" tIns="17716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395"/>
              </a:spcBef>
            </a:pPr>
            <a:r>
              <a:rPr sz="1400" b="1" dirty="0">
                <a:solidFill>
                  <a:srgbClr val="0D46A0"/>
                </a:solidFill>
                <a:latin typeface="Consolas"/>
                <a:cs typeface="Consolas"/>
              </a:rPr>
              <a:t>inventario.json</a:t>
            </a:r>
            <a:r>
              <a:rPr sz="1400" b="1" spc="-20" dirty="0">
                <a:solidFill>
                  <a:srgbClr val="0D46A0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0D46A0"/>
                </a:solidFill>
                <a:latin typeface="Consolas"/>
                <a:cs typeface="Consolas"/>
              </a:rPr>
              <a:t>+</a:t>
            </a:r>
            <a:r>
              <a:rPr sz="1400" b="1" spc="-70" dirty="0">
                <a:solidFill>
                  <a:srgbClr val="0D46A0"/>
                </a:solidFill>
                <a:latin typeface="Consolas"/>
                <a:cs typeface="Consolas"/>
              </a:rPr>
              <a:t> </a:t>
            </a:r>
            <a:r>
              <a:rPr sz="1400" b="1" spc="-10" dirty="0">
                <a:solidFill>
                  <a:srgbClr val="0D46A0"/>
                </a:solidFill>
                <a:latin typeface="Consolas"/>
                <a:cs typeface="Consolas"/>
              </a:rPr>
              <a:t>ventas.csv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232" y="172021"/>
            <a:ext cx="1835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pc="-10" dirty="0"/>
              <a:t>EJERCICIO 5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C5B6268-5B56-F7C1-EFDB-94722B5B6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624" y="502856"/>
            <a:ext cx="9678751" cy="622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7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232" y="172021"/>
            <a:ext cx="1835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pc="-10" dirty="0"/>
              <a:t>EJERCICIO 5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0C37C1D-EE7F-4D9F-9051-45D8F3CB3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533400"/>
            <a:ext cx="944880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73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232" y="172021"/>
            <a:ext cx="1835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pc="-10" dirty="0"/>
              <a:t>EJERCICIO 5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4D23034-ABE0-1A65-2098-709B9FA38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685800"/>
            <a:ext cx="5058481" cy="196242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00AB270-4883-BCDB-27A1-579258861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5999" y="3810000"/>
            <a:ext cx="5782482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749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232" y="172021"/>
            <a:ext cx="1835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pc="-10" dirty="0"/>
              <a:t>EJERCICIO 6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EFC0475-1C23-3AF4-BF0A-0C0D61E4A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02856"/>
            <a:ext cx="9753600" cy="597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62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232" y="172021"/>
            <a:ext cx="1835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pc="-10" dirty="0"/>
              <a:t>EJERCICIO 6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302CFFA-CCCA-818F-B816-E4C073399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762000"/>
            <a:ext cx="8763000" cy="510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76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232" y="172021"/>
            <a:ext cx="1835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pc="-10" dirty="0"/>
              <a:t>EJERCICIO 6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BCA2AB0-2C73-07C4-AB1C-0EB580D61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177" y="962088"/>
            <a:ext cx="5106113" cy="109552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8AE9E80-EF64-4D19-A453-14C374B29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516848"/>
            <a:ext cx="4505954" cy="341042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195B35F-4D27-B411-0991-B74D186BDB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2513800"/>
            <a:ext cx="36576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550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12204700" cy="6864350"/>
            <a:chOff x="-6350" y="-6350"/>
            <a:chExt cx="12204700" cy="686435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1097280"/>
            </a:xfrm>
            <a:custGeom>
              <a:avLst/>
              <a:gdLst/>
              <a:ahLst/>
              <a:cxnLst/>
              <a:rect l="l" t="t" r="r" b="b"/>
              <a:pathLst>
                <a:path w="12192000" h="1097280">
                  <a:moveTo>
                    <a:pt x="12192000" y="0"/>
                  </a:moveTo>
                  <a:lnTo>
                    <a:pt x="0" y="0"/>
                  </a:lnTo>
                  <a:lnTo>
                    <a:pt x="0" y="1097279"/>
                  </a:lnTo>
                  <a:lnTo>
                    <a:pt x="12192000" y="109727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9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1097280"/>
            </a:xfrm>
            <a:custGeom>
              <a:avLst/>
              <a:gdLst/>
              <a:ahLst/>
              <a:cxnLst/>
              <a:rect l="l" t="t" r="r" b="b"/>
              <a:pathLst>
                <a:path w="12192000" h="1097280">
                  <a:moveTo>
                    <a:pt x="0" y="1097279"/>
                  </a:moveTo>
                  <a:lnTo>
                    <a:pt x="12192000" y="109727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097279"/>
                  </a:lnTo>
                  <a:close/>
                </a:path>
              </a:pathLst>
            </a:custGeom>
            <a:ln w="12700">
              <a:solidFill>
                <a:srgbClr val="0069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916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Ejercicios</a:t>
            </a:r>
            <a:r>
              <a:rPr sz="305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Intermedios</a:t>
            </a:r>
            <a:r>
              <a:rPr sz="3050" b="1" spc="6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3050" b="1" spc="6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N°</a:t>
            </a:r>
            <a:r>
              <a:rPr sz="30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r>
              <a:rPr sz="30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30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N°</a:t>
            </a:r>
            <a:r>
              <a:rPr sz="30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spc="-5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30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64236" y="1175003"/>
            <a:ext cx="11452860" cy="2723515"/>
            <a:chOff x="364236" y="1175003"/>
            <a:chExt cx="11452860" cy="272351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236" y="1175003"/>
              <a:ext cx="11452860" cy="27233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63296" y="1219199"/>
              <a:ext cx="11314430" cy="2585085"/>
            </a:xfrm>
            <a:custGeom>
              <a:avLst/>
              <a:gdLst/>
              <a:ahLst/>
              <a:cxnLst/>
              <a:rect l="l" t="t" r="r" b="b"/>
              <a:pathLst>
                <a:path w="11314430" h="2585085">
                  <a:moveTo>
                    <a:pt x="11314176" y="0"/>
                  </a:moveTo>
                  <a:lnTo>
                    <a:pt x="0" y="0"/>
                  </a:lnTo>
                  <a:lnTo>
                    <a:pt x="0" y="2584704"/>
                  </a:lnTo>
                  <a:lnTo>
                    <a:pt x="11314176" y="2584704"/>
                  </a:lnTo>
                  <a:lnTo>
                    <a:pt x="11314176" y="0"/>
                  </a:lnTo>
                  <a:close/>
                </a:path>
              </a:pathLst>
            </a:custGeom>
            <a:solidFill>
              <a:srgbClr val="DFF1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3296" y="1219199"/>
              <a:ext cx="11314430" cy="2585085"/>
            </a:xfrm>
            <a:custGeom>
              <a:avLst/>
              <a:gdLst/>
              <a:ahLst/>
              <a:cxnLst/>
              <a:rect l="l" t="t" r="r" b="b"/>
              <a:pathLst>
                <a:path w="11314430" h="2585085">
                  <a:moveTo>
                    <a:pt x="0" y="2584704"/>
                  </a:moveTo>
                  <a:lnTo>
                    <a:pt x="11314176" y="2584704"/>
                  </a:lnTo>
                  <a:lnTo>
                    <a:pt x="11314176" y="0"/>
                  </a:lnTo>
                  <a:lnTo>
                    <a:pt x="0" y="0"/>
                  </a:lnTo>
                  <a:lnTo>
                    <a:pt x="0" y="2584704"/>
                  </a:lnTo>
                  <a:close/>
                </a:path>
              </a:pathLst>
            </a:custGeom>
            <a:ln w="12699">
              <a:solidFill>
                <a:srgbClr val="80C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2064" y="1341119"/>
              <a:ext cx="670560" cy="670560"/>
            </a:xfrm>
            <a:custGeom>
              <a:avLst/>
              <a:gdLst/>
              <a:ahLst/>
              <a:cxnLst/>
              <a:rect l="l" t="t" r="r" b="b"/>
              <a:pathLst>
                <a:path w="670560" h="670560">
                  <a:moveTo>
                    <a:pt x="335280" y="0"/>
                  </a:moveTo>
                  <a:lnTo>
                    <a:pt x="285735" y="3635"/>
                  </a:lnTo>
                  <a:lnTo>
                    <a:pt x="238448" y="14195"/>
                  </a:lnTo>
                  <a:lnTo>
                    <a:pt x="193936" y="31162"/>
                  </a:lnTo>
                  <a:lnTo>
                    <a:pt x="152718" y="54016"/>
                  </a:lnTo>
                  <a:lnTo>
                    <a:pt x="115313" y="82239"/>
                  </a:lnTo>
                  <a:lnTo>
                    <a:pt x="82239" y="115313"/>
                  </a:lnTo>
                  <a:lnTo>
                    <a:pt x="54016" y="152718"/>
                  </a:lnTo>
                  <a:lnTo>
                    <a:pt x="31162" y="193936"/>
                  </a:lnTo>
                  <a:lnTo>
                    <a:pt x="14195" y="238448"/>
                  </a:lnTo>
                  <a:lnTo>
                    <a:pt x="3635" y="285735"/>
                  </a:lnTo>
                  <a:lnTo>
                    <a:pt x="0" y="335279"/>
                  </a:lnTo>
                  <a:lnTo>
                    <a:pt x="3635" y="384824"/>
                  </a:lnTo>
                  <a:lnTo>
                    <a:pt x="14195" y="432111"/>
                  </a:lnTo>
                  <a:lnTo>
                    <a:pt x="31162" y="476623"/>
                  </a:lnTo>
                  <a:lnTo>
                    <a:pt x="54016" y="517841"/>
                  </a:lnTo>
                  <a:lnTo>
                    <a:pt x="82239" y="555246"/>
                  </a:lnTo>
                  <a:lnTo>
                    <a:pt x="115313" y="588320"/>
                  </a:lnTo>
                  <a:lnTo>
                    <a:pt x="152718" y="616543"/>
                  </a:lnTo>
                  <a:lnTo>
                    <a:pt x="193936" y="639397"/>
                  </a:lnTo>
                  <a:lnTo>
                    <a:pt x="238448" y="656364"/>
                  </a:lnTo>
                  <a:lnTo>
                    <a:pt x="285735" y="666924"/>
                  </a:lnTo>
                  <a:lnTo>
                    <a:pt x="335280" y="670559"/>
                  </a:lnTo>
                  <a:lnTo>
                    <a:pt x="384824" y="666924"/>
                  </a:lnTo>
                  <a:lnTo>
                    <a:pt x="432111" y="656364"/>
                  </a:lnTo>
                  <a:lnTo>
                    <a:pt x="476623" y="639397"/>
                  </a:lnTo>
                  <a:lnTo>
                    <a:pt x="517841" y="616543"/>
                  </a:lnTo>
                  <a:lnTo>
                    <a:pt x="555246" y="588320"/>
                  </a:lnTo>
                  <a:lnTo>
                    <a:pt x="588320" y="555246"/>
                  </a:lnTo>
                  <a:lnTo>
                    <a:pt x="616543" y="517841"/>
                  </a:lnTo>
                  <a:lnTo>
                    <a:pt x="639397" y="476623"/>
                  </a:lnTo>
                  <a:lnTo>
                    <a:pt x="656364" y="432111"/>
                  </a:lnTo>
                  <a:lnTo>
                    <a:pt x="666924" y="384824"/>
                  </a:lnTo>
                  <a:lnTo>
                    <a:pt x="670560" y="335279"/>
                  </a:lnTo>
                  <a:lnTo>
                    <a:pt x="666924" y="285735"/>
                  </a:lnTo>
                  <a:lnTo>
                    <a:pt x="656364" y="238448"/>
                  </a:lnTo>
                  <a:lnTo>
                    <a:pt x="639397" y="193936"/>
                  </a:lnTo>
                  <a:lnTo>
                    <a:pt x="616543" y="152718"/>
                  </a:lnTo>
                  <a:lnTo>
                    <a:pt x="588320" y="115313"/>
                  </a:lnTo>
                  <a:lnTo>
                    <a:pt x="555246" y="82239"/>
                  </a:lnTo>
                  <a:lnTo>
                    <a:pt x="517841" y="54016"/>
                  </a:lnTo>
                  <a:lnTo>
                    <a:pt x="476623" y="31162"/>
                  </a:lnTo>
                  <a:lnTo>
                    <a:pt x="432111" y="14195"/>
                  </a:lnTo>
                  <a:lnTo>
                    <a:pt x="384824" y="3635"/>
                  </a:lnTo>
                  <a:lnTo>
                    <a:pt x="335280" y="0"/>
                  </a:lnTo>
                  <a:close/>
                </a:path>
              </a:pathLst>
            </a:custGeom>
            <a:solidFill>
              <a:srgbClr val="0069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2064" y="1341119"/>
              <a:ext cx="670560" cy="670560"/>
            </a:xfrm>
            <a:custGeom>
              <a:avLst/>
              <a:gdLst/>
              <a:ahLst/>
              <a:cxnLst/>
              <a:rect l="l" t="t" r="r" b="b"/>
              <a:pathLst>
                <a:path w="670560" h="670560">
                  <a:moveTo>
                    <a:pt x="0" y="335279"/>
                  </a:moveTo>
                  <a:lnTo>
                    <a:pt x="3635" y="285735"/>
                  </a:lnTo>
                  <a:lnTo>
                    <a:pt x="14195" y="238448"/>
                  </a:lnTo>
                  <a:lnTo>
                    <a:pt x="31162" y="193936"/>
                  </a:lnTo>
                  <a:lnTo>
                    <a:pt x="54016" y="152718"/>
                  </a:lnTo>
                  <a:lnTo>
                    <a:pt x="82239" y="115313"/>
                  </a:lnTo>
                  <a:lnTo>
                    <a:pt x="115313" y="82239"/>
                  </a:lnTo>
                  <a:lnTo>
                    <a:pt x="152718" y="54016"/>
                  </a:lnTo>
                  <a:lnTo>
                    <a:pt x="193936" y="31162"/>
                  </a:lnTo>
                  <a:lnTo>
                    <a:pt x="238448" y="14195"/>
                  </a:lnTo>
                  <a:lnTo>
                    <a:pt x="285735" y="3635"/>
                  </a:lnTo>
                  <a:lnTo>
                    <a:pt x="335280" y="0"/>
                  </a:lnTo>
                  <a:lnTo>
                    <a:pt x="384824" y="3635"/>
                  </a:lnTo>
                  <a:lnTo>
                    <a:pt x="432111" y="14195"/>
                  </a:lnTo>
                  <a:lnTo>
                    <a:pt x="476623" y="31162"/>
                  </a:lnTo>
                  <a:lnTo>
                    <a:pt x="517841" y="54016"/>
                  </a:lnTo>
                  <a:lnTo>
                    <a:pt x="555246" y="82239"/>
                  </a:lnTo>
                  <a:lnTo>
                    <a:pt x="588320" y="115313"/>
                  </a:lnTo>
                  <a:lnTo>
                    <a:pt x="616543" y="152718"/>
                  </a:lnTo>
                  <a:lnTo>
                    <a:pt x="639397" y="193936"/>
                  </a:lnTo>
                  <a:lnTo>
                    <a:pt x="656364" y="238448"/>
                  </a:lnTo>
                  <a:lnTo>
                    <a:pt x="666924" y="285735"/>
                  </a:lnTo>
                  <a:lnTo>
                    <a:pt x="670560" y="335279"/>
                  </a:lnTo>
                  <a:lnTo>
                    <a:pt x="666924" y="384824"/>
                  </a:lnTo>
                  <a:lnTo>
                    <a:pt x="656364" y="432111"/>
                  </a:lnTo>
                  <a:lnTo>
                    <a:pt x="639397" y="476623"/>
                  </a:lnTo>
                  <a:lnTo>
                    <a:pt x="616543" y="517841"/>
                  </a:lnTo>
                  <a:lnTo>
                    <a:pt x="588320" y="555246"/>
                  </a:lnTo>
                  <a:lnTo>
                    <a:pt x="555246" y="588320"/>
                  </a:lnTo>
                  <a:lnTo>
                    <a:pt x="517841" y="616543"/>
                  </a:lnTo>
                  <a:lnTo>
                    <a:pt x="476623" y="639397"/>
                  </a:lnTo>
                  <a:lnTo>
                    <a:pt x="432111" y="656364"/>
                  </a:lnTo>
                  <a:lnTo>
                    <a:pt x="384824" y="666924"/>
                  </a:lnTo>
                  <a:lnTo>
                    <a:pt x="335280" y="670559"/>
                  </a:lnTo>
                  <a:lnTo>
                    <a:pt x="285735" y="666924"/>
                  </a:lnTo>
                  <a:lnTo>
                    <a:pt x="238448" y="656364"/>
                  </a:lnTo>
                  <a:lnTo>
                    <a:pt x="193936" y="639397"/>
                  </a:lnTo>
                  <a:lnTo>
                    <a:pt x="152718" y="616543"/>
                  </a:lnTo>
                  <a:lnTo>
                    <a:pt x="115313" y="588320"/>
                  </a:lnTo>
                  <a:lnTo>
                    <a:pt x="82239" y="555246"/>
                  </a:lnTo>
                  <a:lnTo>
                    <a:pt x="54016" y="517841"/>
                  </a:lnTo>
                  <a:lnTo>
                    <a:pt x="31162" y="476623"/>
                  </a:lnTo>
                  <a:lnTo>
                    <a:pt x="14195" y="432111"/>
                  </a:lnTo>
                  <a:lnTo>
                    <a:pt x="3635" y="384824"/>
                  </a:lnTo>
                  <a:lnTo>
                    <a:pt x="0" y="335279"/>
                  </a:lnTo>
                  <a:close/>
                </a:path>
              </a:pathLst>
            </a:custGeom>
            <a:ln w="12700">
              <a:solidFill>
                <a:srgbClr val="0069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69924" y="1460957"/>
            <a:ext cx="1676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41374" y="1415541"/>
            <a:ext cx="28968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D2B1E"/>
                </a:solidFill>
                <a:latin typeface="Calibri"/>
                <a:cs typeface="Calibri"/>
              </a:rPr>
              <a:t>CRUD</a:t>
            </a:r>
            <a:r>
              <a:rPr sz="2000" b="1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2B1E"/>
                </a:solidFill>
                <a:latin typeface="Calibri"/>
                <a:cs typeface="Calibri"/>
              </a:rPr>
              <a:t>Completo</a:t>
            </a:r>
            <a:r>
              <a:rPr sz="2000" b="1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2B1E"/>
                </a:solidFill>
                <a:latin typeface="Calibri"/>
                <a:cs typeface="Calibri"/>
              </a:rPr>
              <a:t>con</a:t>
            </a:r>
            <a:r>
              <a:rPr sz="2000" b="1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D2B1E"/>
                </a:solidFill>
                <a:latin typeface="Calibri"/>
                <a:cs typeface="Calibri"/>
              </a:rPr>
              <a:t>sqlite3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0559" y="2048382"/>
            <a:ext cx="1065022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Crea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una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base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de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datos</a:t>
            </a:r>
            <a:r>
              <a:rPr sz="1600" spc="-5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"cursos.db"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con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una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tabla</a:t>
            </a:r>
            <a:r>
              <a:rPr sz="1600" spc="-5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cursos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(id,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nombre,</a:t>
            </a:r>
            <a:r>
              <a:rPr sz="1600" spc="-1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docente,</a:t>
            </a:r>
            <a:r>
              <a:rPr sz="1600" spc="-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cupos,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activo).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Implementa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funciones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para: insertar_curso(),</a:t>
            </a:r>
            <a:r>
              <a:rPr sz="1600" spc="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listar_cursos(),</a:t>
            </a:r>
            <a:r>
              <a:rPr sz="1600" spc="1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actualizar_cupos()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y</a:t>
            </a:r>
            <a:r>
              <a:rPr sz="1600" spc="-1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eliminar_curso().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 Cada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función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debe</a:t>
            </a:r>
            <a:r>
              <a:rPr sz="1600" spc="-1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manejar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 correctamente</a:t>
            </a:r>
            <a:r>
              <a:rPr sz="1600" spc="1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la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conexión</a:t>
            </a:r>
            <a:r>
              <a:rPr sz="1600" spc="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y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el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commit.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" y="3067811"/>
            <a:ext cx="454913" cy="37261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70559" y="3048000"/>
            <a:ext cx="6096000" cy="609600"/>
          </a:xfrm>
          <a:prstGeom prst="rect">
            <a:avLst/>
          </a:prstGeom>
          <a:ln w="12700">
            <a:solidFill>
              <a:srgbClr val="80CAC4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400685">
              <a:lnSpc>
                <a:spcPts val="1675"/>
              </a:lnSpc>
              <a:spcBef>
                <a:spcPts val="545"/>
              </a:spcBef>
            </a:pPr>
            <a:r>
              <a:rPr sz="1400" b="1" dirty="0">
                <a:solidFill>
                  <a:srgbClr val="00695C"/>
                </a:solidFill>
                <a:latin typeface="Calibri"/>
                <a:cs typeface="Calibri"/>
              </a:rPr>
              <a:t>Pista:</a:t>
            </a:r>
            <a:r>
              <a:rPr sz="1400" b="1" spc="-25" dirty="0">
                <a:solidFill>
                  <a:srgbClr val="00695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conn.row_factory</a:t>
            </a:r>
            <a:r>
              <a:rPr sz="1400" spc="-5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=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 sqlite3.Row</a:t>
            </a:r>
            <a:r>
              <a:rPr sz="1400" spc="-4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para</a:t>
            </a:r>
            <a:r>
              <a:rPr sz="1400" spc="-2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filas</a:t>
            </a:r>
            <a:r>
              <a:rPr sz="1400" spc="-2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como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dict.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C5A3D"/>
                </a:solidFill>
                <a:latin typeface="Calibri"/>
                <a:cs typeface="Calibri"/>
              </a:rPr>
              <a:t>cur.execute</a:t>
            </a:r>
            <a:r>
              <a:rPr sz="1400" spc="-1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con</a:t>
            </a:r>
            <a:r>
              <a:rPr sz="1400" spc="-2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2C5A3D"/>
                </a:solidFill>
                <a:latin typeface="Calibri"/>
                <a:cs typeface="Calibri"/>
              </a:rPr>
              <a:t>?</a:t>
            </a:r>
            <a:endParaRPr sz="1400">
              <a:latin typeface="Calibri"/>
              <a:cs typeface="Calibri"/>
            </a:endParaRPr>
          </a:p>
          <a:p>
            <a:pPr marL="121920">
              <a:lnSpc>
                <a:spcPts val="1675"/>
              </a:lnSpc>
            </a:pP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para</a:t>
            </a:r>
            <a:r>
              <a:rPr sz="1400" spc="-4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parámetros.</a:t>
            </a:r>
            <a:r>
              <a:rPr sz="1400" spc="-3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commit()</a:t>
            </a:r>
            <a:r>
              <a:rPr sz="1400" spc="-4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tras</a:t>
            </a:r>
            <a:r>
              <a:rPr sz="1400" spc="-3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C5A3D"/>
                </a:solidFill>
                <a:latin typeface="Calibri"/>
                <a:cs typeface="Calibri"/>
              </a:rPr>
              <a:t>INSERT,</a:t>
            </a:r>
            <a:r>
              <a:rPr sz="1400" spc="-5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C5A3D"/>
                </a:solidFill>
                <a:latin typeface="Calibri"/>
                <a:cs typeface="Calibri"/>
              </a:rPr>
              <a:t>UPDATE,</a:t>
            </a:r>
            <a:r>
              <a:rPr sz="1400" spc="-3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DELETE.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949440" y="3048000"/>
            <a:ext cx="4730750" cy="609600"/>
            <a:chOff x="6949440" y="3048000"/>
            <a:chExt cx="4730750" cy="609600"/>
          </a:xfrm>
        </p:grpSpPr>
        <p:sp>
          <p:nvSpPr>
            <p:cNvPr id="18" name="object 18"/>
            <p:cNvSpPr/>
            <p:nvPr/>
          </p:nvSpPr>
          <p:spPr>
            <a:xfrm>
              <a:off x="6949440" y="3048000"/>
              <a:ext cx="4730750" cy="609600"/>
            </a:xfrm>
            <a:custGeom>
              <a:avLst/>
              <a:gdLst/>
              <a:ahLst/>
              <a:cxnLst/>
              <a:rect l="l" t="t" r="r" b="b"/>
              <a:pathLst>
                <a:path w="4730750" h="609600">
                  <a:moveTo>
                    <a:pt x="4730496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4730496" y="609600"/>
                  </a:lnTo>
                  <a:lnTo>
                    <a:pt x="4730496" y="0"/>
                  </a:lnTo>
                  <a:close/>
                </a:path>
              </a:pathLst>
            </a:custGeom>
            <a:solidFill>
              <a:srgbClr val="E2F1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4680" y="3174492"/>
              <a:ext cx="457962" cy="372617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949440" y="3048000"/>
            <a:ext cx="4730750" cy="609600"/>
          </a:xfrm>
          <a:prstGeom prst="rect">
            <a:avLst/>
          </a:prstGeom>
          <a:ln w="12700">
            <a:solidFill>
              <a:srgbClr val="90C9F8"/>
            </a:solidFill>
          </a:ln>
        </p:spPr>
        <p:txBody>
          <a:bodyPr vert="horz" wrap="square" lIns="0" tIns="176530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390"/>
              </a:spcBef>
            </a:pPr>
            <a:r>
              <a:rPr sz="1400" b="1" dirty="0">
                <a:solidFill>
                  <a:srgbClr val="0D46A0"/>
                </a:solidFill>
                <a:latin typeface="Consolas"/>
                <a:cs typeface="Consolas"/>
              </a:rPr>
              <a:t>cursos.db</a:t>
            </a:r>
            <a:r>
              <a:rPr sz="1400" b="1" spc="-20" dirty="0">
                <a:solidFill>
                  <a:srgbClr val="0D46A0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0D46A0"/>
                </a:solidFill>
                <a:latin typeface="Consolas"/>
                <a:cs typeface="Consolas"/>
              </a:rPr>
              <a:t>(se</a:t>
            </a:r>
            <a:r>
              <a:rPr sz="1400" b="1" spc="-40" dirty="0">
                <a:solidFill>
                  <a:srgbClr val="0D46A0"/>
                </a:solidFill>
                <a:latin typeface="Consolas"/>
                <a:cs typeface="Consolas"/>
              </a:rPr>
              <a:t> </a:t>
            </a:r>
            <a:r>
              <a:rPr sz="1400" b="1" spc="-10" dirty="0">
                <a:solidFill>
                  <a:srgbClr val="0D46A0"/>
                </a:solidFill>
                <a:latin typeface="Consolas"/>
                <a:cs typeface="Consolas"/>
              </a:rPr>
              <a:t>genera)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64236" y="3954779"/>
            <a:ext cx="11452860" cy="2723515"/>
            <a:chOff x="364236" y="3954779"/>
            <a:chExt cx="11452860" cy="2723515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236" y="3954779"/>
              <a:ext cx="11452860" cy="272338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63296" y="3998975"/>
              <a:ext cx="11314430" cy="2585085"/>
            </a:xfrm>
            <a:custGeom>
              <a:avLst/>
              <a:gdLst/>
              <a:ahLst/>
              <a:cxnLst/>
              <a:rect l="l" t="t" r="r" b="b"/>
              <a:pathLst>
                <a:path w="11314430" h="2585084">
                  <a:moveTo>
                    <a:pt x="11314176" y="0"/>
                  </a:moveTo>
                  <a:lnTo>
                    <a:pt x="0" y="0"/>
                  </a:lnTo>
                  <a:lnTo>
                    <a:pt x="0" y="2584704"/>
                  </a:lnTo>
                  <a:lnTo>
                    <a:pt x="11314176" y="2584704"/>
                  </a:lnTo>
                  <a:lnTo>
                    <a:pt x="11314176" y="0"/>
                  </a:lnTo>
                  <a:close/>
                </a:path>
              </a:pathLst>
            </a:custGeom>
            <a:solidFill>
              <a:srgbClr val="DFF1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63296" y="3998975"/>
              <a:ext cx="11314430" cy="2585085"/>
            </a:xfrm>
            <a:custGeom>
              <a:avLst/>
              <a:gdLst/>
              <a:ahLst/>
              <a:cxnLst/>
              <a:rect l="l" t="t" r="r" b="b"/>
              <a:pathLst>
                <a:path w="11314430" h="2585084">
                  <a:moveTo>
                    <a:pt x="0" y="2584704"/>
                  </a:moveTo>
                  <a:lnTo>
                    <a:pt x="11314176" y="2584704"/>
                  </a:lnTo>
                  <a:lnTo>
                    <a:pt x="11314176" y="0"/>
                  </a:lnTo>
                  <a:lnTo>
                    <a:pt x="0" y="0"/>
                  </a:lnTo>
                  <a:lnTo>
                    <a:pt x="0" y="2584704"/>
                  </a:lnTo>
                  <a:close/>
                </a:path>
              </a:pathLst>
            </a:custGeom>
            <a:ln w="12699">
              <a:solidFill>
                <a:srgbClr val="80C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2064" y="4120895"/>
              <a:ext cx="670560" cy="670560"/>
            </a:xfrm>
            <a:custGeom>
              <a:avLst/>
              <a:gdLst/>
              <a:ahLst/>
              <a:cxnLst/>
              <a:rect l="l" t="t" r="r" b="b"/>
              <a:pathLst>
                <a:path w="670560" h="670560">
                  <a:moveTo>
                    <a:pt x="335280" y="0"/>
                  </a:moveTo>
                  <a:lnTo>
                    <a:pt x="285735" y="3635"/>
                  </a:lnTo>
                  <a:lnTo>
                    <a:pt x="238448" y="14195"/>
                  </a:lnTo>
                  <a:lnTo>
                    <a:pt x="193936" y="31162"/>
                  </a:lnTo>
                  <a:lnTo>
                    <a:pt x="152718" y="54016"/>
                  </a:lnTo>
                  <a:lnTo>
                    <a:pt x="115313" y="82239"/>
                  </a:lnTo>
                  <a:lnTo>
                    <a:pt x="82239" y="115313"/>
                  </a:lnTo>
                  <a:lnTo>
                    <a:pt x="54016" y="152718"/>
                  </a:lnTo>
                  <a:lnTo>
                    <a:pt x="31162" y="193936"/>
                  </a:lnTo>
                  <a:lnTo>
                    <a:pt x="14195" y="238448"/>
                  </a:lnTo>
                  <a:lnTo>
                    <a:pt x="3635" y="285735"/>
                  </a:lnTo>
                  <a:lnTo>
                    <a:pt x="0" y="335279"/>
                  </a:lnTo>
                  <a:lnTo>
                    <a:pt x="3635" y="384824"/>
                  </a:lnTo>
                  <a:lnTo>
                    <a:pt x="14195" y="432111"/>
                  </a:lnTo>
                  <a:lnTo>
                    <a:pt x="31162" y="476623"/>
                  </a:lnTo>
                  <a:lnTo>
                    <a:pt x="54016" y="517841"/>
                  </a:lnTo>
                  <a:lnTo>
                    <a:pt x="82239" y="555246"/>
                  </a:lnTo>
                  <a:lnTo>
                    <a:pt x="115313" y="588320"/>
                  </a:lnTo>
                  <a:lnTo>
                    <a:pt x="152718" y="616543"/>
                  </a:lnTo>
                  <a:lnTo>
                    <a:pt x="193936" y="639397"/>
                  </a:lnTo>
                  <a:lnTo>
                    <a:pt x="238448" y="656364"/>
                  </a:lnTo>
                  <a:lnTo>
                    <a:pt x="285735" y="666924"/>
                  </a:lnTo>
                  <a:lnTo>
                    <a:pt x="335280" y="670559"/>
                  </a:lnTo>
                  <a:lnTo>
                    <a:pt x="384824" y="666924"/>
                  </a:lnTo>
                  <a:lnTo>
                    <a:pt x="432111" y="656364"/>
                  </a:lnTo>
                  <a:lnTo>
                    <a:pt x="476623" y="639397"/>
                  </a:lnTo>
                  <a:lnTo>
                    <a:pt x="517841" y="616543"/>
                  </a:lnTo>
                  <a:lnTo>
                    <a:pt x="555246" y="588320"/>
                  </a:lnTo>
                  <a:lnTo>
                    <a:pt x="588320" y="555246"/>
                  </a:lnTo>
                  <a:lnTo>
                    <a:pt x="616543" y="517841"/>
                  </a:lnTo>
                  <a:lnTo>
                    <a:pt x="639397" y="476623"/>
                  </a:lnTo>
                  <a:lnTo>
                    <a:pt x="656364" y="432111"/>
                  </a:lnTo>
                  <a:lnTo>
                    <a:pt x="666924" y="384824"/>
                  </a:lnTo>
                  <a:lnTo>
                    <a:pt x="670560" y="335279"/>
                  </a:lnTo>
                  <a:lnTo>
                    <a:pt x="666924" y="285735"/>
                  </a:lnTo>
                  <a:lnTo>
                    <a:pt x="656364" y="238448"/>
                  </a:lnTo>
                  <a:lnTo>
                    <a:pt x="639397" y="193936"/>
                  </a:lnTo>
                  <a:lnTo>
                    <a:pt x="616543" y="152718"/>
                  </a:lnTo>
                  <a:lnTo>
                    <a:pt x="588320" y="115313"/>
                  </a:lnTo>
                  <a:lnTo>
                    <a:pt x="555246" y="82239"/>
                  </a:lnTo>
                  <a:lnTo>
                    <a:pt x="517841" y="54016"/>
                  </a:lnTo>
                  <a:lnTo>
                    <a:pt x="476623" y="31162"/>
                  </a:lnTo>
                  <a:lnTo>
                    <a:pt x="432111" y="14195"/>
                  </a:lnTo>
                  <a:lnTo>
                    <a:pt x="384824" y="3635"/>
                  </a:lnTo>
                  <a:lnTo>
                    <a:pt x="335280" y="0"/>
                  </a:lnTo>
                  <a:close/>
                </a:path>
              </a:pathLst>
            </a:custGeom>
            <a:solidFill>
              <a:srgbClr val="0069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12064" y="4120895"/>
              <a:ext cx="670560" cy="670560"/>
            </a:xfrm>
            <a:custGeom>
              <a:avLst/>
              <a:gdLst/>
              <a:ahLst/>
              <a:cxnLst/>
              <a:rect l="l" t="t" r="r" b="b"/>
              <a:pathLst>
                <a:path w="670560" h="670560">
                  <a:moveTo>
                    <a:pt x="0" y="335279"/>
                  </a:moveTo>
                  <a:lnTo>
                    <a:pt x="3635" y="285735"/>
                  </a:lnTo>
                  <a:lnTo>
                    <a:pt x="14195" y="238448"/>
                  </a:lnTo>
                  <a:lnTo>
                    <a:pt x="31162" y="193936"/>
                  </a:lnTo>
                  <a:lnTo>
                    <a:pt x="54016" y="152718"/>
                  </a:lnTo>
                  <a:lnTo>
                    <a:pt x="82239" y="115313"/>
                  </a:lnTo>
                  <a:lnTo>
                    <a:pt x="115313" y="82239"/>
                  </a:lnTo>
                  <a:lnTo>
                    <a:pt x="152718" y="54016"/>
                  </a:lnTo>
                  <a:lnTo>
                    <a:pt x="193936" y="31162"/>
                  </a:lnTo>
                  <a:lnTo>
                    <a:pt x="238448" y="14195"/>
                  </a:lnTo>
                  <a:lnTo>
                    <a:pt x="285735" y="3635"/>
                  </a:lnTo>
                  <a:lnTo>
                    <a:pt x="335280" y="0"/>
                  </a:lnTo>
                  <a:lnTo>
                    <a:pt x="384824" y="3635"/>
                  </a:lnTo>
                  <a:lnTo>
                    <a:pt x="432111" y="14195"/>
                  </a:lnTo>
                  <a:lnTo>
                    <a:pt x="476623" y="31162"/>
                  </a:lnTo>
                  <a:lnTo>
                    <a:pt x="517841" y="54016"/>
                  </a:lnTo>
                  <a:lnTo>
                    <a:pt x="555246" y="82239"/>
                  </a:lnTo>
                  <a:lnTo>
                    <a:pt x="588320" y="115313"/>
                  </a:lnTo>
                  <a:lnTo>
                    <a:pt x="616543" y="152718"/>
                  </a:lnTo>
                  <a:lnTo>
                    <a:pt x="639397" y="193936"/>
                  </a:lnTo>
                  <a:lnTo>
                    <a:pt x="656364" y="238448"/>
                  </a:lnTo>
                  <a:lnTo>
                    <a:pt x="666924" y="285735"/>
                  </a:lnTo>
                  <a:lnTo>
                    <a:pt x="670560" y="335279"/>
                  </a:lnTo>
                  <a:lnTo>
                    <a:pt x="666924" y="384824"/>
                  </a:lnTo>
                  <a:lnTo>
                    <a:pt x="656364" y="432111"/>
                  </a:lnTo>
                  <a:lnTo>
                    <a:pt x="639397" y="476623"/>
                  </a:lnTo>
                  <a:lnTo>
                    <a:pt x="616543" y="517841"/>
                  </a:lnTo>
                  <a:lnTo>
                    <a:pt x="588320" y="555246"/>
                  </a:lnTo>
                  <a:lnTo>
                    <a:pt x="555246" y="588320"/>
                  </a:lnTo>
                  <a:lnTo>
                    <a:pt x="517841" y="616543"/>
                  </a:lnTo>
                  <a:lnTo>
                    <a:pt x="476623" y="639397"/>
                  </a:lnTo>
                  <a:lnTo>
                    <a:pt x="432111" y="656364"/>
                  </a:lnTo>
                  <a:lnTo>
                    <a:pt x="384824" y="666924"/>
                  </a:lnTo>
                  <a:lnTo>
                    <a:pt x="335280" y="670559"/>
                  </a:lnTo>
                  <a:lnTo>
                    <a:pt x="285735" y="666924"/>
                  </a:lnTo>
                  <a:lnTo>
                    <a:pt x="238448" y="656364"/>
                  </a:lnTo>
                  <a:lnTo>
                    <a:pt x="193936" y="639397"/>
                  </a:lnTo>
                  <a:lnTo>
                    <a:pt x="152718" y="616543"/>
                  </a:lnTo>
                  <a:lnTo>
                    <a:pt x="115313" y="588320"/>
                  </a:lnTo>
                  <a:lnTo>
                    <a:pt x="82239" y="555246"/>
                  </a:lnTo>
                  <a:lnTo>
                    <a:pt x="54016" y="517841"/>
                  </a:lnTo>
                  <a:lnTo>
                    <a:pt x="31162" y="476623"/>
                  </a:lnTo>
                  <a:lnTo>
                    <a:pt x="14195" y="432111"/>
                  </a:lnTo>
                  <a:lnTo>
                    <a:pt x="3635" y="384824"/>
                  </a:lnTo>
                  <a:lnTo>
                    <a:pt x="0" y="335279"/>
                  </a:lnTo>
                  <a:close/>
                </a:path>
              </a:pathLst>
            </a:custGeom>
            <a:ln w="12700">
              <a:solidFill>
                <a:srgbClr val="0069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69924" y="4241368"/>
            <a:ext cx="1676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41374" y="4195648"/>
            <a:ext cx="38950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D2B1E"/>
                </a:solidFill>
                <a:latin typeface="Calibri"/>
                <a:cs typeface="Calibri"/>
              </a:rPr>
              <a:t>Comparar</a:t>
            </a:r>
            <a:r>
              <a:rPr sz="2000" b="1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D2B1E"/>
                </a:solidFill>
                <a:latin typeface="Calibri"/>
                <a:cs typeface="Calibri"/>
              </a:rPr>
              <a:t>Referencias:</a:t>
            </a:r>
            <a:r>
              <a:rPr sz="2000" b="1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2B1E"/>
                </a:solidFill>
                <a:latin typeface="Calibri"/>
                <a:cs typeface="Calibri"/>
              </a:rPr>
              <a:t>Alias</a:t>
            </a:r>
            <a:r>
              <a:rPr sz="2000" b="1" spc="-5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D2B1E"/>
                </a:solidFill>
                <a:latin typeface="Calibri"/>
                <a:cs typeface="Calibri"/>
              </a:rPr>
              <a:t>vs</a:t>
            </a:r>
            <a:r>
              <a:rPr sz="2000" b="1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D2B1E"/>
                </a:solidFill>
                <a:latin typeface="Calibri"/>
                <a:cs typeface="Calibri"/>
              </a:rPr>
              <a:t>Copia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0559" y="4828794"/>
            <a:ext cx="1048385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Crea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una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función</a:t>
            </a:r>
            <a:r>
              <a:rPr sz="1600" spc="-5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analizar_referencias(obj)</a:t>
            </a:r>
            <a:r>
              <a:rPr sz="1600" spc="-1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que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reciba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cualquier</a:t>
            </a:r>
            <a:r>
              <a:rPr sz="1600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objeto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mutable,</a:t>
            </a:r>
            <a:r>
              <a:rPr sz="1600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genere</a:t>
            </a:r>
            <a:r>
              <a:rPr sz="1600" spc="-1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alias,</a:t>
            </a:r>
            <a:r>
              <a:rPr sz="1600" spc="-6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copia</a:t>
            </a:r>
            <a:r>
              <a:rPr sz="1600" spc="-5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superficial</a:t>
            </a:r>
            <a:r>
              <a:rPr sz="1600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y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0D2B1E"/>
                </a:solidFill>
                <a:latin typeface="Calibri"/>
                <a:cs typeface="Calibri"/>
              </a:rPr>
              <a:t>deepcopy. Para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cada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uno:</a:t>
            </a:r>
            <a:r>
              <a:rPr sz="1600" spc="-1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muestra</a:t>
            </a:r>
            <a:r>
              <a:rPr sz="1600" spc="-1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id(),</a:t>
            </a:r>
            <a:r>
              <a:rPr sz="1600" spc="-1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si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es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el</a:t>
            </a:r>
            <a:r>
              <a:rPr sz="1600" spc="-1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mismo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objeto</a:t>
            </a:r>
            <a:r>
              <a:rPr sz="1600" spc="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(is)</a:t>
            </a:r>
            <a:r>
              <a:rPr sz="1600" spc="-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y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si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al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modificar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el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original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afecta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o</a:t>
            </a:r>
            <a:r>
              <a:rPr sz="1600" spc="-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no</a:t>
            </a:r>
            <a:r>
              <a:rPr sz="1600" spc="-1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a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cada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versión.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Guarda</a:t>
            </a:r>
            <a:r>
              <a:rPr sz="1600" spc="-1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el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análisis</a:t>
            </a:r>
            <a:r>
              <a:rPr sz="1600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en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"analisis.json".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" y="5847588"/>
            <a:ext cx="454913" cy="372618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670559" y="5827776"/>
            <a:ext cx="6096000" cy="609600"/>
          </a:xfrm>
          <a:prstGeom prst="rect">
            <a:avLst/>
          </a:prstGeom>
          <a:ln w="12700">
            <a:solidFill>
              <a:srgbClr val="80CAC4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121920" marR="112395" indent="278765">
              <a:lnSpc>
                <a:spcPts val="1670"/>
              </a:lnSpc>
              <a:spcBef>
                <a:spcPts val="620"/>
              </a:spcBef>
            </a:pPr>
            <a:r>
              <a:rPr sz="1400" b="1" dirty="0">
                <a:solidFill>
                  <a:srgbClr val="00695C"/>
                </a:solidFill>
                <a:latin typeface="Calibri"/>
                <a:cs typeface="Calibri"/>
              </a:rPr>
              <a:t>Pista:</a:t>
            </a:r>
            <a:r>
              <a:rPr sz="1400" b="1" spc="-40" dirty="0">
                <a:solidFill>
                  <a:srgbClr val="00695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Usa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json.dumps()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con</a:t>
            </a:r>
            <a:r>
              <a:rPr sz="1400" spc="-4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default=str</a:t>
            </a:r>
            <a:r>
              <a:rPr sz="1400" spc="-2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para</a:t>
            </a:r>
            <a:r>
              <a:rPr sz="1400" spc="-2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serializar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los</a:t>
            </a:r>
            <a:r>
              <a:rPr sz="1400" spc="-4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id().</a:t>
            </a:r>
            <a:r>
              <a:rPr sz="1400" spc="-2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Compara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antes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y</a:t>
            </a:r>
            <a:r>
              <a:rPr sz="1400" spc="-3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después</a:t>
            </a:r>
            <a:r>
              <a:rPr sz="1400" spc="-1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modificar</a:t>
            </a:r>
            <a:r>
              <a:rPr sz="1400" spc="-4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el</a:t>
            </a:r>
            <a:r>
              <a:rPr sz="1400" spc="-4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original.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949440" y="5827776"/>
            <a:ext cx="4730750" cy="609600"/>
            <a:chOff x="6949440" y="5827776"/>
            <a:chExt cx="4730750" cy="609600"/>
          </a:xfrm>
        </p:grpSpPr>
        <p:sp>
          <p:nvSpPr>
            <p:cNvPr id="33" name="object 33"/>
            <p:cNvSpPr/>
            <p:nvPr/>
          </p:nvSpPr>
          <p:spPr>
            <a:xfrm>
              <a:off x="6949440" y="5827776"/>
              <a:ext cx="4730750" cy="609600"/>
            </a:xfrm>
            <a:custGeom>
              <a:avLst/>
              <a:gdLst/>
              <a:ahLst/>
              <a:cxnLst/>
              <a:rect l="l" t="t" r="r" b="b"/>
              <a:pathLst>
                <a:path w="4730750" h="609600">
                  <a:moveTo>
                    <a:pt x="4730496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4730496" y="609600"/>
                  </a:lnTo>
                  <a:lnTo>
                    <a:pt x="4730496" y="0"/>
                  </a:lnTo>
                  <a:close/>
                </a:path>
              </a:pathLst>
            </a:custGeom>
            <a:solidFill>
              <a:srgbClr val="E2F1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4680" y="5954268"/>
              <a:ext cx="457962" cy="372617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6949440" y="5827776"/>
            <a:ext cx="4730750" cy="609600"/>
          </a:xfrm>
          <a:prstGeom prst="rect">
            <a:avLst/>
          </a:prstGeom>
          <a:ln w="12700">
            <a:solidFill>
              <a:srgbClr val="90C9F8"/>
            </a:solidFill>
          </a:ln>
        </p:spPr>
        <p:txBody>
          <a:bodyPr vert="horz" wrap="square" lIns="0" tIns="17716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395"/>
              </a:spcBef>
            </a:pPr>
            <a:r>
              <a:rPr sz="1400" b="1" dirty="0">
                <a:solidFill>
                  <a:srgbClr val="0D46A0"/>
                </a:solidFill>
                <a:latin typeface="Consolas"/>
                <a:cs typeface="Consolas"/>
              </a:rPr>
              <a:t>analisis.json</a:t>
            </a:r>
            <a:r>
              <a:rPr sz="1400" b="1" spc="-20" dirty="0">
                <a:solidFill>
                  <a:srgbClr val="0D46A0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0D46A0"/>
                </a:solidFill>
                <a:latin typeface="Consolas"/>
                <a:cs typeface="Consolas"/>
              </a:rPr>
              <a:t>(a</a:t>
            </a:r>
            <a:r>
              <a:rPr sz="1400" b="1" spc="-70" dirty="0">
                <a:solidFill>
                  <a:srgbClr val="0D46A0"/>
                </a:solidFill>
                <a:latin typeface="Consolas"/>
                <a:cs typeface="Consolas"/>
              </a:rPr>
              <a:t> </a:t>
            </a:r>
            <a:r>
              <a:rPr sz="1400" b="1" spc="-10" dirty="0">
                <a:solidFill>
                  <a:srgbClr val="0D46A0"/>
                </a:solidFill>
                <a:latin typeface="Consolas"/>
                <a:cs typeface="Consolas"/>
              </a:rPr>
              <a:t>generar)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232" y="172021"/>
            <a:ext cx="1835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pc="-10" dirty="0"/>
              <a:t>EJERCICIO 7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7F89E9F-1377-9027-952E-990252B82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866417"/>
            <a:ext cx="10821910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346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232" y="172021"/>
            <a:ext cx="1835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pc="-10" dirty="0"/>
              <a:t>EJERCICIO 7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E3494C2-DD44-E1CD-1CF8-8ACE82CD8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85800"/>
            <a:ext cx="9906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38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232" y="172021"/>
            <a:ext cx="1835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pc="-10" dirty="0"/>
              <a:t>EJERCICIO 7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528DCEC-378E-228F-01E2-9F27FF074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609600"/>
            <a:ext cx="10297228" cy="590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871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232" y="172021"/>
            <a:ext cx="1835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pc="-10" dirty="0"/>
              <a:t>EJERCICIO 7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0A18197-C7D5-8983-6C34-720D8EDC8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02856"/>
            <a:ext cx="10183368" cy="597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4514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232" y="172021"/>
            <a:ext cx="1835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pc="-10" dirty="0"/>
              <a:t>EJERCICIO 7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84EF29E-0885-9EE8-A9C1-5678A30EB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762000"/>
            <a:ext cx="8534400" cy="38862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ECC913E-7D56-1FD8-F882-351B5F52D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2352" y="4882960"/>
            <a:ext cx="8534400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9517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232" y="172021"/>
            <a:ext cx="1835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pc="-10" dirty="0"/>
              <a:t>EJERCICIO 8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6E8BE3B-9C10-CC48-A503-D2F8ACE17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02856"/>
            <a:ext cx="10058400" cy="597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0692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232" y="172021"/>
            <a:ext cx="1835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pc="-10" dirty="0"/>
              <a:t>EJERCICIO 8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F33902F-3C00-765E-F0F3-667159F87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922464"/>
            <a:ext cx="8859486" cy="342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3357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232" y="172021"/>
            <a:ext cx="1835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pc="-10" dirty="0"/>
              <a:t>EJERCICIO 8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A342FDC-1155-3893-2C92-70DB2045D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838200"/>
            <a:ext cx="6553200" cy="75258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2E5E9E5-9E47-488C-C8F6-833F1999F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7681" y="2057400"/>
            <a:ext cx="6172200" cy="360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3714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12204700" cy="6864350"/>
            <a:chOff x="-6350" y="-6350"/>
            <a:chExt cx="12204700" cy="686435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1097280"/>
            </a:xfrm>
            <a:custGeom>
              <a:avLst/>
              <a:gdLst/>
              <a:ahLst/>
              <a:cxnLst/>
              <a:rect l="l" t="t" r="r" b="b"/>
              <a:pathLst>
                <a:path w="12192000" h="1097280">
                  <a:moveTo>
                    <a:pt x="12192000" y="0"/>
                  </a:moveTo>
                  <a:lnTo>
                    <a:pt x="0" y="0"/>
                  </a:lnTo>
                  <a:lnTo>
                    <a:pt x="0" y="1097279"/>
                  </a:lnTo>
                  <a:lnTo>
                    <a:pt x="12192000" y="109727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7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1097280"/>
            </a:xfrm>
            <a:custGeom>
              <a:avLst/>
              <a:gdLst/>
              <a:ahLst/>
              <a:cxnLst/>
              <a:rect l="l" t="t" r="r" b="b"/>
              <a:pathLst>
                <a:path w="12192000" h="1097280">
                  <a:moveTo>
                    <a:pt x="0" y="1097279"/>
                  </a:moveTo>
                  <a:lnTo>
                    <a:pt x="12192000" y="109727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097279"/>
                  </a:lnTo>
                  <a:close/>
                </a:path>
              </a:pathLst>
            </a:custGeom>
            <a:ln w="12700">
              <a:solidFill>
                <a:srgbClr val="B7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916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Ejercicios</a:t>
            </a:r>
            <a:r>
              <a:rPr sz="30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Avanzados</a:t>
            </a:r>
            <a:r>
              <a:rPr sz="3050" b="1" spc="6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3050" b="1" spc="6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N°</a:t>
            </a:r>
            <a:r>
              <a:rPr sz="305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r>
              <a:rPr sz="30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305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N°</a:t>
            </a:r>
            <a:r>
              <a:rPr sz="305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spc="-2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30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64236" y="1175003"/>
            <a:ext cx="11452860" cy="2723515"/>
            <a:chOff x="364236" y="1175003"/>
            <a:chExt cx="11452860" cy="272351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236" y="1175003"/>
              <a:ext cx="11452860" cy="27233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19200" y="1219199"/>
              <a:ext cx="10558780" cy="2585085"/>
            </a:xfrm>
            <a:custGeom>
              <a:avLst/>
              <a:gdLst/>
              <a:ahLst/>
              <a:cxnLst/>
              <a:rect l="l" t="t" r="r" b="b"/>
              <a:pathLst>
                <a:path w="10558780" h="2585085">
                  <a:moveTo>
                    <a:pt x="0" y="2584704"/>
                  </a:moveTo>
                  <a:lnTo>
                    <a:pt x="10558272" y="2584704"/>
                  </a:lnTo>
                  <a:lnTo>
                    <a:pt x="10558272" y="0"/>
                  </a:lnTo>
                  <a:lnTo>
                    <a:pt x="0" y="0"/>
                  </a:lnTo>
                  <a:lnTo>
                    <a:pt x="0" y="2584704"/>
                  </a:lnTo>
                  <a:close/>
                </a:path>
              </a:pathLst>
            </a:custGeom>
            <a:solidFill>
              <a:srgbClr val="FFEB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3296" y="1219199"/>
              <a:ext cx="11314430" cy="2585085"/>
            </a:xfrm>
            <a:custGeom>
              <a:avLst/>
              <a:gdLst/>
              <a:ahLst/>
              <a:cxnLst/>
              <a:rect l="l" t="t" r="r" b="b"/>
              <a:pathLst>
                <a:path w="11314430" h="2585085">
                  <a:moveTo>
                    <a:pt x="0" y="2584704"/>
                  </a:moveTo>
                  <a:lnTo>
                    <a:pt x="11314176" y="2584704"/>
                  </a:lnTo>
                  <a:lnTo>
                    <a:pt x="11314176" y="0"/>
                  </a:lnTo>
                  <a:lnTo>
                    <a:pt x="0" y="0"/>
                  </a:lnTo>
                  <a:lnTo>
                    <a:pt x="0" y="2584704"/>
                  </a:lnTo>
                  <a:close/>
                </a:path>
              </a:pathLst>
            </a:custGeom>
            <a:ln w="12699">
              <a:solidFill>
                <a:srgbClr val="FFCD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3296" y="1219199"/>
              <a:ext cx="756285" cy="2585085"/>
            </a:xfrm>
            <a:custGeom>
              <a:avLst/>
              <a:gdLst/>
              <a:ahLst/>
              <a:cxnLst/>
              <a:rect l="l" t="t" r="r" b="b"/>
              <a:pathLst>
                <a:path w="756285" h="2585085">
                  <a:moveTo>
                    <a:pt x="755904" y="0"/>
                  </a:moveTo>
                  <a:lnTo>
                    <a:pt x="0" y="0"/>
                  </a:lnTo>
                  <a:lnTo>
                    <a:pt x="0" y="2584704"/>
                  </a:lnTo>
                  <a:lnTo>
                    <a:pt x="755904" y="2584704"/>
                  </a:lnTo>
                  <a:lnTo>
                    <a:pt x="755904" y="0"/>
                  </a:lnTo>
                  <a:close/>
                </a:path>
              </a:pathLst>
            </a:custGeom>
            <a:solidFill>
              <a:srgbClr val="B7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3296" y="1219199"/>
              <a:ext cx="756285" cy="2585085"/>
            </a:xfrm>
            <a:custGeom>
              <a:avLst/>
              <a:gdLst/>
              <a:ahLst/>
              <a:cxnLst/>
              <a:rect l="l" t="t" r="r" b="b"/>
              <a:pathLst>
                <a:path w="756285" h="2585085">
                  <a:moveTo>
                    <a:pt x="0" y="2584704"/>
                  </a:moveTo>
                  <a:lnTo>
                    <a:pt x="755904" y="2584704"/>
                  </a:lnTo>
                  <a:lnTo>
                    <a:pt x="755904" y="0"/>
                  </a:lnTo>
                  <a:lnTo>
                    <a:pt x="0" y="0"/>
                  </a:lnTo>
                  <a:lnTo>
                    <a:pt x="0" y="2584704"/>
                  </a:lnTo>
                  <a:close/>
                </a:path>
              </a:pathLst>
            </a:custGeom>
            <a:ln w="12700">
              <a:solidFill>
                <a:srgbClr val="B7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34364" y="2247138"/>
            <a:ext cx="213995" cy="471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00" b="1" spc="-5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89633" y="1402537"/>
            <a:ext cx="541909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B71C1C"/>
                </a:solidFill>
                <a:latin typeface="Calibri"/>
                <a:cs typeface="Calibri"/>
              </a:rPr>
              <a:t>Sistema</a:t>
            </a:r>
            <a:r>
              <a:rPr sz="1850" b="1" spc="25" dirty="0">
                <a:solidFill>
                  <a:srgbClr val="B71C1C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B71C1C"/>
                </a:solidFill>
                <a:latin typeface="Calibri"/>
                <a:cs typeface="Calibri"/>
              </a:rPr>
              <a:t>de</a:t>
            </a:r>
            <a:r>
              <a:rPr sz="1850" b="1" spc="5" dirty="0">
                <a:solidFill>
                  <a:srgbClr val="B71C1C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B71C1C"/>
                </a:solidFill>
                <a:latin typeface="Calibri"/>
                <a:cs typeface="Calibri"/>
              </a:rPr>
              <a:t>Notas</a:t>
            </a:r>
            <a:r>
              <a:rPr sz="1850" b="1" spc="-10" dirty="0">
                <a:solidFill>
                  <a:srgbClr val="B71C1C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B71C1C"/>
                </a:solidFill>
                <a:latin typeface="Calibri"/>
                <a:cs typeface="Calibri"/>
              </a:rPr>
              <a:t>Multi-Formato</a:t>
            </a:r>
            <a:r>
              <a:rPr sz="1850" b="1" spc="20" dirty="0">
                <a:solidFill>
                  <a:srgbClr val="B71C1C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B71C1C"/>
                </a:solidFill>
                <a:latin typeface="Calibri"/>
                <a:cs typeface="Calibri"/>
              </a:rPr>
              <a:t>(CSV</a:t>
            </a:r>
            <a:r>
              <a:rPr sz="1850" b="1" spc="-5" dirty="0">
                <a:solidFill>
                  <a:srgbClr val="B71C1C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B71C1C"/>
                </a:solidFill>
                <a:latin typeface="Calibri"/>
                <a:cs typeface="Calibri"/>
              </a:rPr>
              <a:t>+</a:t>
            </a:r>
            <a:r>
              <a:rPr sz="1850" b="1" spc="15" dirty="0">
                <a:solidFill>
                  <a:srgbClr val="B71C1C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B71C1C"/>
                </a:solidFill>
                <a:latin typeface="Calibri"/>
                <a:cs typeface="Calibri"/>
              </a:rPr>
              <a:t>JSON</a:t>
            </a:r>
            <a:r>
              <a:rPr sz="1850" b="1" spc="-15" dirty="0">
                <a:solidFill>
                  <a:srgbClr val="B71C1C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B71C1C"/>
                </a:solidFill>
                <a:latin typeface="Calibri"/>
                <a:cs typeface="Calibri"/>
              </a:rPr>
              <a:t>+ </a:t>
            </a:r>
            <a:r>
              <a:rPr sz="1850" b="1" spc="-10" dirty="0">
                <a:solidFill>
                  <a:srgbClr val="B71C1C"/>
                </a:solidFill>
                <a:latin typeface="Calibri"/>
                <a:cs typeface="Calibri"/>
              </a:rPr>
              <a:t>sqlite3)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89633" y="2036191"/>
            <a:ext cx="997267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Implementa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un</a:t>
            </a:r>
            <a:r>
              <a:rPr sz="1600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sistema</a:t>
            </a:r>
            <a:r>
              <a:rPr sz="1600" spc="-5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que: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(a)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carga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alumnos</a:t>
            </a:r>
            <a:r>
              <a:rPr sz="1600" spc="-5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desde</a:t>
            </a:r>
            <a:r>
              <a:rPr sz="1600" spc="-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"estudiantes.csv",</a:t>
            </a:r>
            <a:r>
              <a:rPr sz="1600" spc="-5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(b)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los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procesa</a:t>
            </a:r>
            <a:r>
              <a:rPr sz="1600" spc="-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calculando</a:t>
            </a:r>
            <a:r>
              <a:rPr sz="1600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estado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y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ranking,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(c)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guarda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el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resultado</a:t>
            </a:r>
            <a:r>
              <a:rPr sz="1600" spc="-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en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"resultado.json"</a:t>
            </a:r>
            <a:r>
              <a:rPr sz="1600" spc="-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con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estructura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jerárquica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(por</a:t>
            </a:r>
            <a:r>
              <a:rPr sz="1600" spc="-1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carrera),</a:t>
            </a:r>
            <a:r>
              <a:rPr sz="1600" spc="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y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(d)</a:t>
            </a:r>
            <a:r>
              <a:rPr sz="1600" spc="-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inserta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todos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los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datos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en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una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tabla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sqlite3</a:t>
            </a:r>
            <a:r>
              <a:rPr sz="1600" spc="-7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"notas.db".</a:t>
            </a:r>
            <a:r>
              <a:rPr sz="1600" spc="-5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Todo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el</a:t>
            </a:r>
            <a:r>
              <a:rPr sz="1600" spc="-5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flujo</a:t>
            </a:r>
            <a:r>
              <a:rPr sz="1600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debe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usar</a:t>
            </a:r>
            <a:r>
              <a:rPr sz="1600" spc="-5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referencias</a:t>
            </a:r>
            <a:r>
              <a:rPr sz="1600" spc="-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correctamente: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sin</a:t>
            </a:r>
            <a:r>
              <a:rPr sz="1600" spc="-6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copias</a:t>
            </a:r>
            <a:r>
              <a:rPr sz="1600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innecesarias</a:t>
            </a:r>
            <a:r>
              <a:rPr sz="1600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ni</a:t>
            </a:r>
            <a:r>
              <a:rPr sz="1600" spc="-5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mutaciones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accidentales.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7319" y="3067811"/>
            <a:ext cx="454913" cy="37261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402080" y="3048000"/>
            <a:ext cx="8997950" cy="609600"/>
          </a:xfrm>
          <a:prstGeom prst="rect">
            <a:avLst/>
          </a:prstGeom>
          <a:ln w="12700">
            <a:solidFill>
              <a:srgbClr val="FFCDD2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400685">
              <a:lnSpc>
                <a:spcPts val="1675"/>
              </a:lnSpc>
              <a:spcBef>
                <a:spcPts val="545"/>
              </a:spcBef>
            </a:pPr>
            <a:r>
              <a:rPr sz="1400" b="1" dirty="0">
                <a:solidFill>
                  <a:srgbClr val="B71C1C"/>
                </a:solidFill>
                <a:latin typeface="Calibri"/>
                <a:cs typeface="Calibri"/>
              </a:rPr>
              <a:t>Pista:</a:t>
            </a:r>
            <a:r>
              <a:rPr sz="1400" b="1" spc="-30" dirty="0">
                <a:solidFill>
                  <a:srgbClr val="B7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Usa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C5A3D"/>
                </a:solidFill>
                <a:latin typeface="Calibri"/>
                <a:cs typeface="Calibri"/>
              </a:rPr>
              <a:t>csv.DictReader</a:t>
            </a:r>
            <a:r>
              <a:rPr sz="1400" spc="-1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→</a:t>
            </a:r>
            <a:r>
              <a:rPr sz="1400" spc="-3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lista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de</a:t>
            </a:r>
            <a:r>
              <a:rPr sz="1400" spc="-1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dicts</a:t>
            </a:r>
            <a:r>
              <a:rPr sz="1400" spc="-1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→</a:t>
            </a:r>
            <a:r>
              <a:rPr sz="1400" spc="-4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agrupar</a:t>
            </a:r>
            <a:r>
              <a:rPr sz="1400" spc="-1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por</a:t>
            </a:r>
            <a:r>
              <a:rPr sz="1400" spc="-1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carrera</a:t>
            </a:r>
            <a:r>
              <a:rPr sz="1400" spc="-4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con</a:t>
            </a:r>
            <a:r>
              <a:rPr sz="1400" spc="-2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defaultdict</a:t>
            </a:r>
            <a:r>
              <a:rPr sz="1400" spc="-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→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json.dump</a:t>
            </a:r>
            <a:r>
              <a:rPr sz="1400" spc="-3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→</a:t>
            </a:r>
            <a:r>
              <a:rPr sz="1400" spc="-3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sqlite3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 executemany.</a:t>
            </a:r>
            <a:endParaRPr sz="1400">
              <a:latin typeface="Calibri"/>
              <a:cs typeface="Calibri"/>
            </a:endParaRPr>
          </a:p>
          <a:p>
            <a:pPr marL="121920">
              <a:lnSpc>
                <a:spcPts val="1675"/>
              </a:lnSpc>
            </a:pP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Verifica</a:t>
            </a:r>
            <a:r>
              <a:rPr sz="1400" spc="-4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con</a:t>
            </a:r>
            <a:r>
              <a:rPr sz="1400" spc="-5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deepcopy</a:t>
            </a:r>
            <a:r>
              <a:rPr sz="1400" spc="-3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donde</a:t>
            </a:r>
            <a:r>
              <a:rPr sz="1400" spc="-5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corresponda.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64236" y="3954779"/>
            <a:ext cx="11452860" cy="2723515"/>
            <a:chOff x="364236" y="3954779"/>
            <a:chExt cx="11452860" cy="272351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236" y="3954779"/>
              <a:ext cx="11452860" cy="272338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219200" y="3998975"/>
              <a:ext cx="10558780" cy="2585085"/>
            </a:xfrm>
            <a:custGeom>
              <a:avLst/>
              <a:gdLst/>
              <a:ahLst/>
              <a:cxnLst/>
              <a:rect l="l" t="t" r="r" b="b"/>
              <a:pathLst>
                <a:path w="10558780" h="2585084">
                  <a:moveTo>
                    <a:pt x="0" y="2584704"/>
                  </a:moveTo>
                  <a:lnTo>
                    <a:pt x="10558272" y="2584704"/>
                  </a:lnTo>
                  <a:lnTo>
                    <a:pt x="10558272" y="0"/>
                  </a:lnTo>
                  <a:lnTo>
                    <a:pt x="0" y="0"/>
                  </a:lnTo>
                  <a:lnTo>
                    <a:pt x="0" y="2584704"/>
                  </a:lnTo>
                  <a:close/>
                </a:path>
              </a:pathLst>
            </a:custGeom>
            <a:solidFill>
              <a:srgbClr val="FFEB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3296" y="3998975"/>
              <a:ext cx="11314430" cy="2585085"/>
            </a:xfrm>
            <a:custGeom>
              <a:avLst/>
              <a:gdLst/>
              <a:ahLst/>
              <a:cxnLst/>
              <a:rect l="l" t="t" r="r" b="b"/>
              <a:pathLst>
                <a:path w="11314430" h="2585084">
                  <a:moveTo>
                    <a:pt x="0" y="2584704"/>
                  </a:moveTo>
                  <a:lnTo>
                    <a:pt x="11314176" y="2584704"/>
                  </a:lnTo>
                  <a:lnTo>
                    <a:pt x="11314176" y="0"/>
                  </a:lnTo>
                  <a:lnTo>
                    <a:pt x="0" y="0"/>
                  </a:lnTo>
                  <a:lnTo>
                    <a:pt x="0" y="2584704"/>
                  </a:lnTo>
                  <a:close/>
                </a:path>
              </a:pathLst>
            </a:custGeom>
            <a:ln w="12699">
              <a:solidFill>
                <a:srgbClr val="FFCD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3296" y="3998975"/>
              <a:ext cx="756285" cy="2585085"/>
            </a:xfrm>
            <a:custGeom>
              <a:avLst/>
              <a:gdLst/>
              <a:ahLst/>
              <a:cxnLst/>
              <a:rect l="l" t="t" r="r" b="b"/>
              <a:pathLst>
                <a:path w="756285" h="2585084">
                  <a:moveTo>
                    <a:pt x="755904" y="0"/>
                  </a:moveTo>
                  <a:lnTo>
                    <a:pt x="0" y="0"/>
                  </a:lnTo>
                  <a:lnTo>
                    <a:pt x="0" y="2584704"/>
                  </a:lnTo>
                  <a:lnTo>
                    <a:pt x="755904" y="2584704"/>
                  </a:lnTo>
                  <a:lnTo>
                    <a:pt x="755904" y="0"/>
                  </a:lnTo>
                  <a:close/>
                </a:path>
              </a:pathLst>
            </a:custGeom>
            <a:solidFill>
              <a:srgbClr val="B7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63296" y="3998975"/>
              <a:ext cx="756285" cy="2585085"/>
            </a:xfrm>
            <a:custGeom>
              <a:avLst/>
              <a:gdLst/>
              <a:ahLst/>
              <a:cxnLst/>
              <a:rect l="l" t="t" r="r" b="b"/>
              <a:pathLst>
                <a:path w="756285" h="2585084">
                  <a:moveTo>
                    <a:pt x="0" y="2584704"/>
                  </a:moveTo>
                  <a:lnTo>
                    <a:pt x="755904" y="2584704"/>
                  </a:lnTo>
                  <a:lnTo>
                    <a:pt x="755904" y="0"/>
                  </a:lnTo>
                  <a:lnTo>
                    <a:pt x="0" y="0"/>
                  </a:lnTo>
                  <a:lnTo>
                    <a:pt x="0" y="2584704"/>
                  </a:lnTo>
                  <a:close/>
                </a:path>
              </a:pathLst>
            </a:custGeom>
            <a:ln w="12700">
              <a:solidFill>
                <a:srgbClr val="B71C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39876" y="5027421"/>
            <a:ext cx="403860" cy="471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00" b="1" spc="-2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89633" y="4183507"/>
            <a:ext cx="622998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dirty="0">
                <a:solidFill>
                  <a:srgbClr val="B71C1C"/>
                </a:solidFill>
                <a:latin typeface="Calibri"/>
                <a:cs typeface="Calibri"/>
              </a:rPr>
              <a:t>Mini-ORM: Clase</a:t>
            </a:r>
            <a:r>
              <a:rPr sz="1850" b="1" spc="15" dirty="0">
                <a:solidFill>
                  <a:srgbClr val="B71C1C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B71C1C"/>
                </a:solidFill>
                <a:latin typeface="Calibri"/>
                <a:cs typeface="Calibri"/>
              </a:rPr>
              <a:t>que</a:t>
            </a:r>
            <a:r>
              <a:rPr sz="1850" b="1" spc="-5" dirty="0">
                <a:solidFill>
                  <a:srgbClr val="B71C1C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B71C1C"/>
                </a:solidFill>
                <a:latin typeface="Calibri"/>
                <a:cs typeface="Calibri"/>
              </a:rPr>
              <a:t>Envuelve</a:t>
            </a:r>
            <a:r>
              <a:rPr sz="1850" b="1" spc="-25" dirty="0">
                <a:solidFill>
                  <a:srgbClr val="B71C1C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B71C1C"/>
                </a:solidFill>
                <a:latin typeface="Calibri"/>
                <a:cs typeface="Calibri"/>
              </a:rPr>
              <a:t>sqlite3</a:t>
            </a:r>
            <a:r>
              <a:rPr sz="1850" b="1" spc="20" dirty="0">
                <a:solidFill>
                  <a:srgbClr val="B71C1C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B71C1C"/>
                </a:solidFill>
                <a:latin typeface="Calibri"/>
                <a:cs typeface="Calibri"/>
              </a:rPr>
              <a:t>con</a:t>
            </a:r>
            <a:r>
              <a:rPr sz="1850" b="1" spc="15" dirty="0">
                <a:solidFill>
                  <a:srgbClr val="B71C1C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B71C1C"/>
                </a:solidFill>
                <a:latin typeface="Calibri"/>
                <a:cs typeface="Calibri"/>
              </a:rPr>
              <a:t>Referencias</a:t>
            </a:r>
            <a:r>
              <a:rPr sz="1850" b="1" spc="-10" dirty="0">
                <a:solidFill>
                  <a:srgbClr val="B71C1C"/>
                </a:solidFill>
                <a:latin typeface="Calibri"/>
                <a:cs typeface="Calibri"/>
              </a:rPr>
              <a:t> Internas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89633" y="4816602"/>
            <a:ext cx="1008824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Crea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una</a:t>
            </a:r>
            <a:r>
              <a:rPr sz="1600" spc="-1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clase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Repositorio(archivo_db,</a:t>
            </a:r>
            <a:r>
              <a:rPr sz="1600" spc="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tabla)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con</a:t>
            </a:r>
            <a:r>
              <a:rPr sz="1600" spc="-1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métodos:</a:t>
            </a:r>
            <a:r>
              <a:rPr sz="1600" spc="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insertar(dict),</a:t>
            </a:r>
            <a:r>
              <a:rPr sz="1600" spc="-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buscar(clave,</a:t>
            </a:r>
            <a:r>
              <a:rPr sz="1600" spc="-2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valor),</a:t>
            </a:r>
            <a:r>
              <a:rPr sz="1600" spc="-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actualizar(id,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dict_cambios)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y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eliminar(id).</a:t>
            </a:r>
            <a:r>
              <a:rPr sz="1600" spc="-5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Internamente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mantiene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un</a:t>
            </a:r>
            <a:r>
              <a:rPr sz="1600" spc="-5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caché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en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memoria</a:t>
            </a:r>
            <a:r>
              <a:rPr sz="1600" spc="-1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(dict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listas).</a:t>
            </a:r>
            <a:r>
              <a:rPr sz="1600" spc="-6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Los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métodos</a:t>
            </a:r>
            <a:r>
              <a:rPr sz="1600" spc="-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deben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sincronizar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el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caché</a:t>
            </a:r>
            <a:r>
              <a:rPr sz="1600" spc="-3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0D2B1E"/>
                </a:solidFill>
                <a:latin typeface="Calibri"/>
                <a:cs typeface="Calibri"/>
              </a:rPr>
              <a:t>con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sqlite3</a:t>
            </a:r>
            <a:r>
              <a:rPr sz="1600" spc="-6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y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manejar</a:t>
            </a:r>
            <a:r>
              <a:rPr sz="1600" spc="-40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correctamente</a:t>
            </a:r>
            <a:r>
              <a:rPr sz="1600" spc="-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las</a:t>
            </a:r>
            <a:r>
              <a:rPr sz="1600" spc="-5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referencias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para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que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modificar</a:t>
            </a:r>
            <a:r>
              <a:rPr sz="1600" spc="-5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el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objeto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 retornado</a:t>
            </a:r>
            <a:r>
              <a:rPr sz="1600" spc="-1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NO</a:t>
            </a:r>
            <a:r>
              <a:rPr sz="1600" spc="-3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corrompa</a:t>
            </a:r>
            <a:r>
              <a:rPr sz="1600" dirty="0">
                <a:solidFill>
                  <a:srgbClr val="0D2B1E"/>
                </a:solidFill>
                <a:latin typeface="Calibri"/>
                <a:cs typeface="Calibri"/>
              </a:rPr>
              <a:t> el</a:t>
            </a:r>
            <a:r>
              <a:rPr sz="1600" spc="-45" dirty="0">
                <a:solidFill>
                  <a:srgbClr val="0D2B1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D2B1E"/>
                </a:solidFill>
                <a:latin typeface="Calibri"/>
                <a:cs typeface="Calibri"/>
              </a:rPr>
              <a:t>caché.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7319" y="5847588"/>
            <a:ext cx="454913" cy="372618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1402080" y="5827776"/>
            <a:ext cx="8997950" cy="609600"/>
          </a:xfrm>
          <a:prstGeom prst="rect">
            <a:avLst/>
          </a:prstGeom>
          <a:ln w="12700">
            <a:solidFill>
              <a:srgbClr val="FFCDD2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121920" marR="581660" indent="278765">
              <a:lnSpc>
                <a:spcPts val="1670"/>
              </a:lnSpc>
              <a:spcBef>
                <a:spcPts val="620"/>
              </a:spcBef>
            </a:pPr>
            <a:r>
              <a:rPr sz="1400" b="1" dirty="0">
                <a:solidFill>
                  <a:srgbClr val="B71C1C"/>
                </a:solidFill>
                <a:latin typeface="Calibri"/>
                <a:cs typeface="Calibri"/>
              </a:rPr>
              <a:t>Pista:</a:t>
            </a:r>
            <a:r>
              <a:rPr sz="1400" b="1" spc="-50" dirty="0">
                <a:solidFill>
                  <a:srgbClr val="B7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El</a:t>
            </a:r>
            <a:r>
              <a:rPr sz="1400" spc="-4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caché</a:t>
            </a:r>
            <a:r>
              <a:rPr sz="1400" spc="-4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debe</a:t>
            </a:r>
            <a:r>
              <a:rPr sz="1400" spc="-2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almacenar</a:t>
            </a:r>
            <a:r>
              <a:rPr sz="1400" spc="-3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deepcopies.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buscar()</a:t>
            </a:r>
            <a:r>
              <a:rPr sz="1400" spc="-4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retorna</a:t>
            </a:r>
            <a:r>
              <a:rPr sz="1400" spc="-3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deepcopy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del</a:t>
            </a:r>
            <a:r>
              <a:rPr sz="1400" spc="-3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caché.</a:t>
            </a:r>
            <a:r>
              <a:rPr sz="1400" spc="-3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actualizar()</a:t>
            </a:r>
            <a:r>
              <a:rPr sz="1400" spc="-3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modifica</a:t>
            </a:r>
            <a:r>
              <a:rPr sz="1400" spc="-6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sqlite3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2C5A3D"/>
                </a:solidFill>
                <a:latin typeface="Calibri"/>
                <a:cs typeface="Calibri"/>
              </a:rPr>
              <a:t>y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actualiza</a:t>
            </a:r>
            <a:r>
              <a:rPr sz="1400" spc="-3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el</a:t>
            </a:r>
            <a:r>
              <a:rPr sz="1400" spc="-5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caché</a:t>
            </a:r>
            <a:r>
              <a:rPr sz="1400" spc="-4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con</a:t>
            </a:r>
            <a:r>
              <a:rPr sz="1400" spc="-5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deepcopy</a:t>
            </a:r>
            <a:r>
              <a:rPr sz="1400" spc="-3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del</a:t>
            </a:r>
            <a:r>
              <a:rPr sz="1400" spc="-45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C5A3D"/>
                </a:solidFill>
                <a:latin typeface="Calibri"/>
                <a:cs typeface="Calibri"/>
              </a:rPr>
              <a:t>nuevo</a:t>
            </a:r>
            <a:r>
              <a:rPr sz="1400" spc="-30" dirty="0">
                <a:solidFill>
                  <a:srgbClr val="2C5A3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C5A3D"/>
                </a:solidFill>
                <a:latin typeface="Calibri"/>
                <a:cs typeface="Calibri"/>
              </a:rPr>
              <a:t>estado.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232" y="172021"/>
            <a:ext cx="1835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pc="-10" dirty="0"/>
              <a:t>EJERCICIO 9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40CAA35-ACF1-A81C-65F5-54EC323EA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579219"/>
            <a:ext cx="9582912" cy="61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16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232" y="172021"/>
            <a:ext cx="1835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pc="-10" dirty="0"/>
              <a:t>EJERCICIO 9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B4532B4-0B3F-B676-5C1A-168408EEE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65339"/>
            <a:ext cx="9954768" cy="581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9863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232" y="172021"/>
            <a:ext cx="1835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pc="-10" dirty="0"/>
              <a:t>EJERCICIO 9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01B8231-4DCA-7F93-F395-6172648EE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40853"/>
            <a:ext cx="5820587" cy="36200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58370CB-313B-D094-24C4-86C3EF3C5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848" y="471687"/>
            <a:ext cx="3858768" cy="621429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2F2DC2D-3300-A26F-FF72-26B6100E19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1616" y="502855"/>
            <a:ext cx="3858768" cy="621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9760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DBC062C-811F-AAE7-69DB-14B100E4E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609600"/>
            <a:ext cx="8926171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726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232" y="172021"/>
            <a:ext cx="1835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pc="-10" dirty="0"/>
              <a:t>EJERCICIO 10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08303D1-0F6B-3448-2988-8C78B6D39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569" y="609600"/>
            <a:ext cx="6590861" cy="611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5997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B718812-9FB7-8682-A1F5-CA603BCF2D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52"/>
          <a:stretch>
            <a:fillRect/>
          </a:stretch>
        </p:blipFill>
        <p:spPr>
          <a:xfrm>
            <a:off x="3082728" y="186769"/>
            <a:ext cx="6026543" cy="653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0547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6F505-F43E-4490-E4B8-BEB85760A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8C6AC00B-3337-3A0C-B26A-2B840A7E11F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5A6DE12-2A84-C1EA-C87A-E8E3D5D1C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108" y="510230"/>
            <a:ext cx="6899783" cy="618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4171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16F50F6-22AD-86B9-5C04-F3498FB5A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45" y="304800"/>
            <a:ext cx="11201400" cy="376003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B2FD5C8-E985-8C62-55EA-4797DBB0C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364202"/>
            <a:ext cx="11201400" cy="227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7256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28213" y="2715844"/>
            <a:ext cx="5739130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800" spc="-10" dirty="0">
                <a:solidFill>
                  <a:srgbClr val="272727"/>
                </a:solidFill>
              </a:rPr>
              <a:t>¡GRACIAS!</a:t>
            </a:r>
            <a:endParaRPr sz="8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8D1D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</TotalTime>
  <Words>1098</Words>
  <Application>Microsoft Office PowerPoint</Application>
  <PresentationFormat>Panorámica</PresentationFormat>
  <Paragraphs>91</Paragraphs>
  <Slides>41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7" baseType="lpstr">
      <vt:lpstr>Arial</vt:lpstr>
      <vt:lpstr>Arial MT</vt:lpstr>
      <vt:lpstr>Calibri</vt:lpstr>
      <vt:lpstr>Consolas</vt:lpstr>
      <vt:lpstr>Wingdings</vt:lpstr>
      <vt:lpstr>Office Theme</vt:lpstr>
      <vt:lpstr>Presentación de PowerPoint</vt:lpstr>
      <vt:lpstr>DATOS ESTRUCTURADOS EN ARCHIVOS, ALMACENAMIENTO PERSISTENTE Y USO DE PUNTEROS</vt:lpstr>
      <vt:lpstr>GRUPO 2</vt:lpstr>
      <vt:lpstr>EJERCICIOS</vt:lpstr>
      <vt:lpstr>Ejercicios Básicos · N° 1 y N° 2</vt:lpstr>
      <vt:lpstr>EJERCICIO 1</vt:lpstr>
      <vt:lpstr>Presentación de PowerPoint</vt:lpstr>
      <vt:lpstr>EJERCICIO 2</vt:lpstr>
      <vt:lpstr>Presentación de PowerPoint</vt:lpstr>
      <vt:lpstr>Presentación de PowerPoint</vt:lpstr>
      <vt:lpstr>Ejercicios Básicos · N° 3 y N° 4</vt:lpstr>
      <vt:lpstr>EJERCICIO 3</vt:lpstr>
      <vt:lpstr>Presentación de PowerPoint</vt:lpstr>
      <vt:lpstr>EJERCICIO 4</vt:lpstr>
      <vt:lpstr>Presentación de PowerPoint</vt:lpstr>
      <vt:lpstr>Ejercicios Intermedios · N° 5 y N° 6</vt:lpstr>
      <vt:lpstr>EJERCICIO 5</vt:lpstr>
      <vt:lpstr>EJERCICIO 5</vt:lpstr>
      <vt:lpstr>EJERCICIO 5</vt:lpstr>
      <vt:lpstr>EJERCICIO 6</vt:lpstr>
      <vt:lpstr>EJERCICIO 6</vt:lpstr>
      <vt:lpstr>EJERCICIO 6</vt:lpstr>
      <vt:lpstr>Ejercicios Intermedios · N° 7 y N° 8</vt:lpstr>
      <vt:lpstr>EJERCICIO 7</vt:lpstr>
      <vt:lpstr>EJERCICIO 7</vt:lpstr>
      <vt:lpstr>EJERCICIO 7</vt:lpstr>
      <vt:lpstr>EJERCICIO 7</vt:lpstr>
      <vt:lpstr>EJERCICIO 7</vt:lpstr>
      <vt:lpstr>EJERCICIO 8</vt:lpstr>
      <vt:lpstr>EJERCICIO 8</vt:lpstr>
      <vt:lpstr>EJERCICIO 8</vt:lpstr>
      <vt:lpstr>Ejercicios Avanzados · N° 9 y N° 10</vt:lpstr>
      <vt:lpstr>EJERCICIO 9</vt:lpstr>
      <vt:lpstr>EJERCICIO 9</vt:lpstr>
      <vt:lpstr>EJERCICIO 9</vt:lpstr>
      <vt:lpstr>Presentación de PowerPoint</vt:lpstr>
      <vt:lpstr>EJERCICIO 10</vt:lpstr>
      <vt:lpstr>Presentación de PowerPoint</vt:lpstr>
      <vt:lpstr>Presentación de PowerPoint</vt:lpstr>
      <vt:lpstr>Presentación de PowerPoint</vt:lpstr>
      <vt:lpstr>¡GRACIAS!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.</dc:creator>
  <cp:lastModifiedBy>Gelcy Velasco</cp:lastModifiedBy>
  <cp:revision>8</cp:revision>
  <dcterms:created xsi:type="dcterms:W3CDTF">2026-05-20T03:35:41Z</dcterms:created>
  <dcterms:modified xsi:type="dcterms:W3CDTF">2026-06-16T04:06:17Z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2026-05-11T00:00:00Z</vt:filetime>
  </property>
  <property fmtid="{D5CDD505-2E9C-101B-9397-08002B2CF9AE}" pid="4" name="Creator">
    <vt:lpwstr>Microsoft® PowerPoint® para Microsoft 365</vt:lpwstr>
  </property>
  <property fmtid="{D5CDD505-2E9C-101B-9397-08002B2CF9AE}" pid="5" name="LastSaved">
    <vt:filetime>2026-05-20T00:00:00Z</vt:filetime>
  </property>
  <property fmtid="{D5CDD505-2E9C-101B-9397-08002B2CF9AE}" pid="6" name="Producer">
    <vt:lpwstr>Microsoft® PowerPoint® para Microsoft 365</vt:lpwstr>
  </property>
</Properties>
</file>